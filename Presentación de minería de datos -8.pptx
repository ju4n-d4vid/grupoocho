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2" d="100"/>
          <a:sy n="52"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5450" b="1" i="0">
                <a:solidFill>
                  <a:schemeClr val="bg1"/>
                </a:solidFill>
                <a:latin typeface="Calibri"/>
                <a:cs typeface="Calibri"/>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19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5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9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7998" cy="10286999"/>
          </a:xfrm>
          <a:prstGeom prst="rect">
            <a:avLst/>
          </a:prstGeom>
        </p:spPr>
      </p:pic>
      <p:sp>
        <p:nvSpPr>
          <p:cNvPr id="17" name="bg object 17"/>
          <p:cNvSpPr/>
          <p:nvPr/>
        </p:nvSpPr>
        <p:spPr>
          <a:xfrm>
            <a:off x="16751777" y="0"/>
            <a:ext cx="1536700" cy="245110"/>
          </a:xfrm>
          <a:custGeom>
            <a:avLst/>
            <a:gdLst/>
            <a:ahLst/>
            <a:cxnLst/>
            <a:rect l="l" t="t" r="r" b="b"/>
            <a:pathLst>
              <a:path w="1536700" h="245110">
                <a:moveTo>
                  <a:pt x="162021" y="245028"/>
                </a:moveTo>
                <a:lnTo>
                  <a:pt x="1536221" y="245028"/>
                </a:lnTo>
                <a:lnTo>
                  <a:pt x="1536221" y="0"/>
                </a:lnTo>
                <a:lnTo>
                  <a:pt x="0" y="0"/>
                </a:lnTo>
                <a:lnTo>
                  <a:pt x="293" y="8219"/>
                </a:lnTo>
                <a:lnTo>
                  <a:pt x="4036" y="12768"/>
                </a:lnTo>
                <a:lnTo>
                  <a:pt x="6971" y="17612"/>
                </a:lnTo>
                <a:lnTo>
                  <a:pt x="110356" y="186644"/>
                </a:lnTo>
                <a:lnTo>
                  <a:pt x="135982" y="229034"/>
                </a:lnTo>
                <a:lnTo>
                  <a:pt x="141662" y="236657"/>
                </a:lnTo>
                <a:lnTo>
                  <a:pt x="148127" y="241693"/>
                </a:lnTo>
                <a:lnTo>
                  <a:pt x="155858" y="244473"/>
                </a:lnTo>
                <a:lnTo>
                  <a:pt x="162021" y="245028"/>
                </a:lnTo>
                <a:close/>
              </a:path>
            </a:pathLst>
          </a:custGeom>
          <a:solidFill>
            <a:srgbClr val="2E6FA2"/>
          </a:solidFill>
        </p:spPr>
        <p:txBody>
          <a:bodyPr wrap="square" lIns="0" tIns="0" rIns="0" bIns="0" rtlCol="0"/>
          <a:lstStyle/>
          <a:p>
            <a:endParaRPr/>
          </a:p>
        </p:txBody>
      </p:sp>
      <p:sp>
        <p:nvSpPr>
          <p:cNvPr id="18" name="bg object 18"/>
          <p:cNvSpPr/>
          <p:nvPr/>
        </p:nvSpPr>
        <p:spPr>
          <a:xfrm>
            <a:off x="17032549" y="459610"/>
            <a:ext cx="1256030" cy="245110"/>
          </a:xfrm>
          <a:custGeom>
            <a:avLst/>
            <a:gdLst/>
            <a:ahLst/>
            <a:cxnLst/>
            <a:rect l="l" t="t" r="r" b="b"/>
            <a:pathLst>
              <a:path w="1256030" h="245109">
                <a:moveTo>
                  <a:pt x="166877" y="244812"/>
                </a:moveTo>
                <a:lnTo>
                  <a:pt x="315262" y="244372"/>
                </a:lnTo>
                <a:lnTo>
                  <a:pt x="1255450" y="244364"/>
                </a:lnTo>
                <a:lnTo>
                  <a:pt x="1255450" y="0"/>
                </a:lnTo>
                <a:lnTo>
                  <a:pt x="0" y="0"/>
                </a:lnTo>
                <a:lnTo>
                  <a:pt x="1873" y="7549"/>
                </a:lnTo>
                <a:lnTo>
                  <a:pt x="4806" y="13722"/>
                </a:lnTo>
                <a:lnTo>
                  <a:pt x="11594" y="24143"/>
                </a:lnTo>
                <a:lnTo>
                  <a:pt x="85873" y="145542"/>
                </a:lnTo>
                <a:lnTo>
                  <a:pt x="110531" y="186065"/>
                </a:lnTo>
                <a:lnTo>
                  <a:pt x="135028" y="226686"/>
                </a:lnTo>
                <a:lnTo>
                  <a:pt x="141109" y="235039"/>
                </a:lnTo>
                <a:lnTo>
                  <a:pt x="148008" y="240675"/>
                </a:lnTo>
                <a:lnTo>
                  <a:pt x="156380" y="243848"/>
                </a:lnTo>
                <a:lnTo>
                  <a:pt x="166877" y="244812"/>
                </a:lnTo>
                <a:close/>
              </a:path>
            </a:pathLst>
          </a:custGeom>
          <a:solidFill>
            <a:srgbClr val="FFFFFF"/>
          </a:solidFill>
        </p:spPr>
        <p:txBody>
          <a:bodyPr wrap="square" lIns="0" tIns="0" rIns="0" bIns="0" rtlCol="0"/>
          <a:lstStyle/>
          <a:p>
            <a:endParaRPr/>
          </a:p>
        </p:txBody>
      </p:sp>
      <p:sp>
        <p:nvSpPr>
          <p:cNvPr id="19" name="bg object 19"/>
          <p:cNvSpPr/>
          <p:nvPr/>
        </p:nvSpPr>
        <p:spPr>
          <a:xfrm>
            <a:off x="17313101" y="918560"/>
            <a:ext cx="975360" cy="245745"/>
          </a:xfrm>
          <a:custGeom>
            <a:avLst/>
            <a:gdLst/>
            <a:ahLst/>
            <a:cxnLst/>
            <a:rect l="l" t="t" r="r" b="b"/>
            <a:pathLst>
              <a:path w="975359" h="245744">
                <a:moveTo>
                  <a:pt x="154078" y="245112"/>
                </a:moveTo>
                <a:lnTo>
                  <a:pt x="160860" y="245179"/>
                </a:lnTo>
                <a:lnTo>
                  <a:pt x="164309" y="244739"/>
                </a:lnTo>
                <a:lnTo>
                  <a:pt x="167905" y="245106"/>
                </a:lnTo>
                <a:lnTo>
                  <a:pt x="974899" y="245095"/>
                </a:lnTo>
                <a:lnTo>
                  <a:pt x="974899" y="0"/>
                </a:lnTo>
                <a:lnTo>
                  <a:pt x="1908" y="0"/>
                </a:lnTo>
                <a:lnTo>
                  <a:pt x="0" y="7485"/>
                </a:lnTo>
                <a:lnTo>
                  <a:pt x="3669" y="11008"/>
                </a:lnTo>
                <a:lnTo>
                  <a:pt x="113037" y="189769"/>
                </a:lnTo>
                <a:lnTo>
                  <a:pt x="139651" y="233585"/>
                </a:lnTo>
                <a:lnTo>
                  <a:pt x="143791" y="239225"/>
                </a:lnTo>
                <a:lnTo>
                  <a:pt x="148494" y="243097"/>
                </a:lnTo>
                <a:lnTo>
                  <a:pt x="154078" y="245112"/>
                </a:lnTo>
                <a:close/>
              </a:path>
            </a:pathLst>
          </a:custGeom>
          <a:solidFill>
            <a:srgbClr val="2E6FA2"/>
          </a:solidFill>
        </p:spPr>
        <p:txBody>
          <a:bodyPr wrap="square" lIns="0" tIns="0" rIns="0" bIns="0" rtlCol="0"/>
          <a:lstStyle/>
          <a:p>
            <a:endParaRPr/>
          </a:p>
        </p:txBody>
      </p:sp>
      <p:sp>
        <p:nvSpPr>
          <p:cNvPr id="20" name="bg object 20"/>
          <p:cNvSpPr/>
          <p:nvPr/>
        </p:nvSpPr>
        <p:spPr>
          <a:xfrm>
            <a:off x="17594312" y="1377217"/>
            <a:ext cx="694055" cy="246379"/>
          </a:xfrm>
          <a:custGeom>
            <a:avLst/>
            <a:gdLst/>
            <a:ahLst/>
            <a:cxnLst/>
            <a:rect l="l" t="t" r="r" b="b"/>
            <a:pathLst>
              <a:path w="694055" h="246380">
                <a:moveTo>
                  <a:pt x="165483" y="245766"/>
                </a:moveTo>
                <a:lnTo>
                  <a:pt x="693687" y="245469"/>
                </a:lnTo>
                <a:lnTo>
                  <a:pt x="693687" y="1037"/>
                </a:lnTo>
                <a:lnTo>
                  <a:pt x="12255" y="1027"/>
                </a:lnTo>
                <a:lnTo>
                  <a:pt x="6898" y="0"/>
                </a:lnTo>
                <a:lnTo>
                  <a:pt x="0" y="3302"/>
                </a:lnTo>
                <a:lnTo>
                  <a:pt x="5979" y="15748"/>
                </a:lnTo>
                <a:lnTo>
                  <a:pt x="12723" y="27354"/>
                </a:lnTo>
                <a:lnTo>
                  <a:pt x="26712" y="49534"/>
                </a:lnTo>
                <a:lnTo>
                  <a:pt x="109765" y="185343"/>
                </a:lnTo>
                <a:lnTo>
                  <a:pt x="137230" y="230722"/>
                </a:lnTo>
                <a:lnTo>
                  <a:pt x="142759" y="238026"/>
                </a:lnTo>
                <a:lnTo>
                  <a:pt x="149045" y="242647"/>
                </a:lnTo>
                <a:lnTo>
                  <a:pt x="156486" y="245067"/>
                </a:lnTo>
                <a:lnTo>
                  <a:pt x="165483" y="245766"/>
                </a:lnTo>
                <a:close/>
              </a:path>
            </a:pathLst>
          </a:custGeom>
          <a:solidFill>
            <a:srgbClr val="FFFFFF"/>
          </a:solidFill>
        </p:spPr>
        <p:txBody>
          <a:bodyPr wrap="square" lIns="0" tIns="0" rIns="0" bIns="0" rtlCol="0"/>
          <a:lstStyle/>
          <a:p>
            <a:endParaRPr/>
          </a:p>
        </p:txBody>
      </p:sp>
      <p:sp>
        <p:nvSpPr>
          <p:cNvPr id="21" name="bg object 21"/>
          <p:cNvSpPr/>
          <p:nvPr/>
        </p:nvSpPr>
        <p:spPr>
          <a:xfrm>
            <a:off x="0" y="0"/>
            <a:ext cx="1536700" cy="245110"/>
          </a:xfrm>
          <a:custGeom>
            <a:avLst/>
            <a:gdLst/>
            <a:ahLst/>
            <a:cxnLst/>
            <a:rect l="l" t="t" r="r" b="b"/>
            <a:pathLst>
              <a:path w="1536700" h="245110">
                <a:moveTo>
                  <a:pt x="1374172" y="245028"/>
                </a:moveTo>
                <a:lnTo>
                  <a:pt x="0" y="245028"/>
                </a:lnTo>
                <a:lnTo>
                  <a:pt x="0" y="0"/>
                </a:lnTo>
                <a:lnTo>
                  <a:pt x="1536193" y="0"/>
                </a:lnTo>
                <a:lnTo>
                  <a:pt x="1535900" y="8219"/>
                </a:lnTo>
                <a:lnTo>
                  <a:pt x="1532157" y="12768"/>
                </a:lnTo>
                <a:lnTo>
                  <a:pt x="1529222" y="17612"/>
                </a:lnTo>
                <a:lnTo>
                  <a:pt x="1425837" y="186644"/>
                </a:lnTo>
                <a:lnTo>
                  <a:pt x="1400211" y="229034"/>
                </a:lnTo>
                <a:lnTo>
                  <a:pt x="1394530" y="236657"/>
                </a:lnTo>
                <a:lnTo>
                  <a:pt x="1388066" y="241693"/>
                </a:lnTo>
                <a:lnTo>
                  <a:pt x="1380335" y="244473"/>
                </a:lnTo>
                <a:lnTo>
                  <a:pt x="1374172" y="245028"/>
                </a:lnTo>
                <a:close/>
              </a:path>
            </a:pathLst>
          </a:custGeom>
          <a:solidFill>
            <a:srgbClr val="091541"/>
          </a:solidFill>
        </p:spPr>
        <p:txBody>
          <a:bodyPr wrap="square" lIns="0" tIns="0" rIns="0" bIns="0" rtlCol="0"/>
          <a:lstStyle/>
          <a:p>
            <a:endParaRPr/>
          </a:p>
        </p:txBody>
      </p:sp>
      <p:sp>
        <p:nvSpPr>
          <p:cNvPr id="22" name="bg object 22"/>
          <p:cNvSpPr/>
          <p:nvPr/>
        </p:nvSpPr>
        <p:spPr>
          <a:xfrm>
            <a:off x="0" y="459610"/>
            <a:ext cx="1256030" cy="245110"/>
          </a:xfrm>
          <a:custGeom>
            <a:avLst/>
            <a:gdLst/>
            <a:ahLst/>
            <a:cxnLst/>
            <a:rect l="l" t="t" r="r" b="b"/>
            <a:pathLst>
              <a:path w="1256030" h="245109">
                <a:moveTo>
                  <a:pt x="1088544" y="244812"/>
                </a:moveTo>
                <a:lnTo>
                  <a:pt x="940160" y="244372"/>
                </a:lnTo>
                <a:lnTo>
                  <a:pt x="0" y="244364"/>
                </a:lnTo>
                <a:lnTo>
                  <a:pt x="0" y="0"/>
                </a:lnTo>
                <a:lnTo>
                  <a:pt x="1255422" y="0"/>
                </a:lnTo>
                <a:lnTo>
                  <a:pt x="1253548" y="7549"/>
                </a:lnTo>
                <a:lnTo>
                  <a:pt x="1250615" y="13722"/>
                </a:lnTo>
                <a:lnTo>
                  <a:pt x="1243827" y="24143"/>
                </a:lnTo>
                <a:lnTo>
                  <a:pt x="1169549" y="145542"/>
                </a:lnTo>
                <a:lnTo>
                  <a:pt x="1144890" y="186065"/>
                </a:lnTo>
                <a:lnTo>
                  <a:pt x="1120393" y="226686"/>
                </a:lnTo>
                <a:lnTo>
                  <a:pt x="1114313" y="235039"/>
                </a:lnTo>
                <a:lnTo>
                  <a:pt x="1107413" y="240675"/>
                </a:lnTo>
                <a:lnTo>
                  <a:pt x="1099042" y="243848"/>
                </a:lnTo>
                <a:lnTo>
                  <a:pt x="1088544" y="244812"/>
                </a:lnTo>
                <a:close/>
              </a:path>
            </a:pathLst>
          </a:custGeom>
          <a:solidFill>
            <a:srgbClr val="FFFFFF"/>
          </a:solidFill>
        </p:spPr>
        <p:txBody>
          <a:bodyPr wrap="square" lIns="0" tIns="0" rIns="0" bIns="0" rtlCol="0"/>
          <a:lstStyle/>
          <a:p>
            <a:endParaRPr/>
          </a:p>
        </p:txBody>
      </p:sp>
      <p:sp>
        <p:nvSpPr>
          <p:cNvPr id="23" name="bg object 23"/>
          <p:cNvSpPr/>
          <p:nvPr/>
        </p:nvSpPr>
        <p:spPr>
          <a:xfrm>
            <a:off x="0" y="918560"/>
            <a:ext cx="975360" cy="245745"/>
          </a:xfrm>
          <a:custGeom>
            <a:avLst/>
            <a:gdLst/>
            <a:ahLst/>
            <a:cxnLst/>
            <a:rect l="l" t="t" r="r" b="b"/>
            <a:pathLst>
              <a:path w="975360" h="245744">
                <a:moveTo>
                  <a:pt x="820792" y="245112"/>
                </a:moveTo>
                <a:lnTo>
                  <a:pt x="814011" y="245179"/>
                </a:lnTo>
                <a:lnTo>
                  <a:pt x="810562" y="244739"/>
                </a:lnTo>
                <a:lnTo>
                  <a:pt x="806966" y="245106"/>
                </a:lnTo>
                <a:lnTo>
                  <a:pt x="0" y="245095"/>
                </a:lnTo>
                <a:lnTo>
                  <a:pt x="0" y="0"/>
                </a:lnTo>
                <a:lnTo>
                  <a:pt x="972963" y="0"/>
                </a:lnTo>
                <a:lnTo>
                  <a:pt x="974871" y="7485"/>
                </a:lnTo>
                <a:lnTo>
                  <a:pt x="971202" y="11008"/>
                </a:lnTo>
                <a:lnTo>
                  <a:pt x="861833" y="189769"/>
                </a:lnTo>
                <a:lnTo>
                  <a:pt x="835219" y="233585"/>
                </a:lnTo>
                <a:lnTo>
                  <a:pt x="831080" y="239225"/>
                </a:lnTo>
                <a:lnTo>
                  <a:pt x="826376" y="243097"/>
                </a:lnTo>
                <a:lnTo>
                  <a:pt x="820792" y="245112"/>
                </a:lnTo>
                <a:close/>
              </a:path>
            </a:pathLst>
          </a:custGeom>
          <a:solidFill>
            <a:srgbClr val="091541"/>
          </a:solidFill>
        </p:spPr>
        <p:txBody>
          <a:bodyPr wrap="square" lIns="0" tIns="0" rIns="0" bIns="0" rtlCol="0"/>
          <a:lstStyle/>
          <a:p>
            <a:endParaRPr/>
          </a:p>
        </p:txBody>
      </p:sp>
      <p:sp>
        <p:nvSpPr>
          <p:cNvPr id="24" name="bg object 24"/>
          <p:cNvSpPr/>
          <p:nvPr/>
        </p:nvSpPr>
        <p:spPr>
          <a:xfrm>
            <a:off x="0" y="1377217"/>
            <a:ext cx="694055" cy="246379"/>
          </a:xfrm>
          <a:custGeom>
            <a:avLst/>
            <a:gdLst/>
            <a:ahLst/>
            <a:cxnLst/>
            <a:rect l="l" t="t" r="r" b="b"/>
            <a:pathLst>
              <a:path w="694055" h="246380">
                <a:moveTo>
                  <a:pt x="528175" y="245766"/>
                </a:moveTo>
                <a:lnTo>
                  <a:pt x="0" y="245469"/>
                </a:lnTo>
                <a:lnTo>
                  <a:pt x="0" y="1037"/>
                </a:lnTo>
                <a:lnTo>
                  <a:pt x="681404" y="1027"/>
                </a:lnTo>
                <a:lnTo>
                  <a:pt x="686761" y="0"/>
                </a:lnTo>
                <a:lnTo>
                  <a:pt x="693659" y="3302"/>
                </a:lnTo>
                <a:lnTo>
                  <a:pt x="687679" y="15748"/>
                </a:lnTo>
                <a:lnTo>
                  <a:pt x="680936" y="27354"/>
                </a:lnTo>
                <a:lnTo>
                  <a:pt x="666947" y="49534"/>
                </a:lnTo>
                <a:lnTo>
                  <a:pt x="583893" y="185343"/>
                </a:lnTo>
                <a:lnTo>
                  <a:pt x="556429" y="230722"/>
                </a:lnTo>
                <a:lnTo>
                  <a:pt x="550900" y="238026"/>
                </a:lnTo>
                <a:lnTo>
                  <a:pt x="544614" y="242647"/>
                </a:lnTo>
                <a:lnTo>
                  <a:pt x="537172" y="245067"/>
                </a:lnTo>
                <a:lnTo>
                  <a:pt x="528175" y="245766"/>
                </a:lnTo>
                <a:close/>
              </a:path>
            </a:pathLst>
          </a:custGeom>
          <a:solidFill>
            <a:srgbClr val="FFFFFF"/>
          </a:solidFill>
        </p:spPr>
        <p:txBody>
          <a:bodyPr wrap="square" lIns="0" tIns="0" rIns="0" bIns="0" rtlCol="0"/>
          <a:lstStyle/>
          <a:p>
            <a:endParaRPr/>
          </a:p>
        </p:txBody>
      </p:sp>
      <p:pic>
        <p:nvPicPr>
          <p:cNvPr id="25" name="bg object 25"/>
          <p:cNvPicPr/>
          <p:nvPr/>
        </p:nvPicPr>
        <p:blipFill>
          <a:blip r:embed="rId3" cstate="print"/>
          <a:stretch>
            <a:fillRect/>
          </a:stretch>
        </p:blipFill>
        <p:spPr>
          <a:xfrm>
            <a:off x="0" y="8954675"/>
            <a:ext cx="18287999" cy="1332323"/>
          </a:xfrm>
          <a:prstGeom prst="rect">
            <a:avLst/>
          </a:prstGeom>
        </p:spPr>
      </p:pic>
      <p:pic>
        <p:nvPicPr>
          <p:cNvPr id="26" name="bg object 26"/>
          <p:cNvPicPr/>
          <p:nvPr/>
        </p:nvPicPr>
        <p:blipFill>
          <a:blip r:embed="rId4" cstate="print"/>
          <a:stretch>
            <a:fillRect/>
          </a:stretch>
        </p:blipFill>
        <p:spPr>
          <a:xfrm>
            <a:off x="5345761" y="3566474"/>
            <a:ext cx="8191499" cy="4638674"/>
          </a:xfrm>
          <a:prstGeom prst="rect">
            <a:avLst/>
          </a:prstGeom>
        </p:spPr>
      </p:pic>
      <p:sp>
        <p:nvSpPr>
          <p:cNvPr id="2" name="Holder 2"/>
          <p:cNvSpPr>
            <a:spLocks noGrp="1"/>
          </p:cNvSpPr>
          <p:nvPr>
            <p:ph type="title"/>
          </p:nvPr>
        </p:nvSpPr>
        <p:spPr/>
        <p:txBody>
          <a:bodyPr lIns="0" tIns="0" rIns="0" bIns="0"/>
          <a:lstStyle>
            <a:lvl1pPr>
              <a:defRPr sz="5450" b="1" i="0">
                <a:solidFill>
                  <a:schemeClr val="bg1"/>
                </a:solidFill>
                <a:latin typeface="Calibri"/>
                <a:cs typeface="Calibri"/>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5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8287998" cy="10286999"/>
          </a:xfrm>
          <a:prstGeom prst="rect">
            <a:avLst/>
          </a:prstGeom>
        </p:spPr>
      </p:pic>
      <p:sp>
        <p:nvSpPr>
          <p:cNvPr id="2" name="Holder 2"/>
          <p:cNvSpPr>
            <a:spLocks noGrp="1"/>
          </p:cNvSpPr>
          <p:nvPr>
            <p:ph type="title"/>
          </p:nvPr>
        </p:nvSpPr>
        <p:spPr>
          <a:xfrm>
            <a:off x="96222" y="-18923"/>
            <a:ext cx="16759148" cy="2494690"/>
          </a:xfrm>
          <a:prstGeom prst="rect">
            <a:avLst/>
          </a:prstGeom>
        </p:spPr>
        <p:txBody>
          <a:bodyPr wrap="square" lIns="0" tIns="0" rIns="0" bIns="0">
            <a:spAutoFit/>
          </a:bodyPr>
          <a:lstStyle>
            <a:lvl1pPr>
              <a:defRPr sz="5450" b="1" i="0">
                <a:solidFill>
                  <a:schemeClr val="bg1"/>
                </a:solidFill>
                <a:latin typeface="Calibri"/>
                <a:cs typeface="Calibri"/>
              </a:defRPr>
            </a:lvl1pPr>
          </a:lstStyle>
          <a:p>
            <a:endParaRPr/>
          </a:p>
        </p:txBody>
      </p:sp>
      <p:sp>
        <p:nvSpPr>
          <p:cNvPr id="3" name="Holder 3"/>
          <p:cNvSpPr>
            <a:spLocks noGrp="1"/>
          </p:cNvSpPr>
          <p:nvPr>
            <p:ph type="body" idx="1"/>
          </p:nvPr>
        </p:nvSpPr>
        <p:spPr>
          <a:xfrm>
            <a:off x="10192770" y="1965641"/>
            <a:ext cx="7575550" cy="7026275"/>
          </a:xfrm>
          <a:prstGeom prst="rect">
            <a:avLst/>
          </a:prstGeom>
        </p:spPr>
        <p:txBody>
          <a:bodyPr wrap="square" lIns="0" tIns="0" rIns="0" bIns="0">
            <a:spAutoFit/>
          </a:bodyPr>
          <a:lstStyle>
            <a:lvl1pPr>
              <a:defRPr sz="19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png"/><Relationship Id="rId3" Type="http://schemas.openxmlformats.org/officeDocument/2006/relationships/image" Target="../media/image13.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image" Target="../media/image25.png"/><Relationship Id="rId16"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19" Type="http://schemas.openxmlformats.org/officeDocument/2006/relationships/image" Target="../media/image40.png"/><Relationship Id="rId4" Type="http://schemas.openxmlformats.org/officeDocument/2006/relationships/image" Target="../media/image14.png"/><Relationship Id="rId9" Type="http://schemas.openxmlformats.org/officeDocument/2006/relationships/image" Target="../media/image30.png"/><Relationship Id="rId14"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30.png"/><Relationship Id="rId18" Type="http://schemas.openxmlformats.org/officeDocument/2006/relationships/image" Target="../media/image52.png"/><Relationship Id="rId3" Type="http://schemas.openxmlformats.org/officeDocument/2006/relationships/image" Target="../media/image43.png"/><Relationship Id="rId7" Type="http://schemas.openxmlformats.org/officeDocument/2006/relationships/image" Target="../media/image46.png"/><Relationship Id="rId12" Type="http://schemas.openxmlformats.org/officeDocument/2006/relationships/image" Target="../media/image50.png"/><Relationship Id="rId17" Type="http://schemas.openxmlformats.org/officeDocument/2006/relationships/image" Target="../media/image36.png"/><Relationship Id="rId2" Type="http://schemas.openxmlformats.org/officeDocument/2006/relationships/image" Target="../media/image13.png"/><Relationship Id="rId16" Type="http://schemas.openxmlformats.org/officeDocument/2006/relationships/image" Target="../media/image38.png"/><Relationship Id="rId1" Type="http://schemas.openxmlformats.org/officeDocument/2006/relationships/slideLayout" Target="../slideLayouts/slideLayout4.xml"/><Relationship Id="rId6" Type="http://schemas.openxmlformats.org/officeDocument/2006/relationships/image" Target="../media/image29.png"/><Relationship Id="rId11" Type="http://schemas.openxmlformats.org/officeDocument/2006/relationships/image" Target="../media/image14.png"/><Relationship Id="rId5" Type="http://schemas.openxmlformats.org/officeDocument/2006/relationships/image" Target="../media/image45.png"/><Relationship Id="rId15" Type="http://schemas.openxmlformats.org/officeDocument/2006/relationships/image" Target="../media/image51.png"/><Relationship Id="rId10" Type="http://schemas.openxmlformats.org/officeDocument/2006/relationships/image" Target="../media/image49.png"/><Relationship Id="rId19" Type="http://schemas.openxmlformats.org/officeDocument/2006/relationships/image" Target="../media/image53.png"/><Relationship Id="rId4" Type="http://schemas.openxmlformats.org/officeDocument/2006/relationships/image" Target="../media/image44.png"/><Relationship Id="rId9" Type="http://schemas.openxmlformats.org/officeDocument/2006/relationships/image" Target="../media/image48.png"/><Relationship Id="rId1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709409" cy="1028700"/>
          </a:xfrm>
          <a:custGeom>
            <a:avLst/>
            <a:gdLst/>
            <a:ahLst/>
            <a:cxnLst/>
            <a:rect l="l" t="t" r="r" b="b"/>
            <a:pathLst>
              <a:path w="6709409" h="1028700">
                <a:moveTo>
                  <a:pt x="0" y="0"/>
                </a:moveTo>
                <a:lnTo>
                  <a:pt x="6709117" y="0"/>
                </a:lnTo>
                <a:lnTo>
                  <a:pt x="6366217" y="1028700"/>
                </a:lnTo>
                <a:lnTo>
                  <a:pt x="0" y="1028700"/>
                </a:lnTo>
                <a:lnTo>
                  <a:pt x="0" y="0"/>
                </a:lnTo>
                <a:close/>
              </a:path>
            </a:pathLst>
          </a:custGeom>
          <a:solidFill>
            <a:srgbClr val="091541"/>
          </a:solidFill>
        </p:spPr>
        <p:txBody>
          <a:bodyPr wrap="square" lIns="0" tIns="0" rIns="0" bIns="0" rtlCol="0"/>
          <a:lstStyle/>
          <a:p>
            <a:endParaRPr/>
          </a:p>
        </p:txBody>
      </p:sp>
      <p:sp>
        <p:nvSpPr>
          <p:cNvPr id="3" name="object 3"/>
          <p:cNvSpPr/>
          <p:nvPr/>
        </p:nvSpPr>
        <p:spPr>
          <a:xfrm>
            <a:off x="0" y="4455303"/>
            <a:ext cx="2176780" cy="331470"/>
          </a:xfrm>
          <a:custGeom>
            <a:avLst/>
            <a:gdLst/>
            <a:ahLst/>
            <a:cxnLst/>
            <a:rect l="l" t="t" r="r" b="b"/>
            <a:pathLst>
              <a:path w="2176780" h="331470">
                <a:moveTo>
                  <a:pt x="1957067" y="331455"/>
                </a:moveTo>
                <a:lnTo>
                  <a:pt x="0" y="331455"/>
                </a:lnTo>
                <a:lnTo>
                  <a:pt x="0" y="0"/>
                </a:lnTo>
                <a:lnTo>
                  <a:pt x="2176226" y="0"/>
                </a:lnTo>
                <a:lnTo>
                  <a:pt x="2175143" y="7533"/>
                </a:lnTo>
                <a:lnTo>
                  <a:pt x="2172851" y="13637"/>
                </a:lnTo>
                <a:lnTo>
                  <a:pt x="2169888" y="18903"/>
                </a:lnTo>
                <a:lnTo>
                  <a:pt x="2166795" y="23824"/>
                </a:lnTo>
                <a:lnTo>
                  <a:pt x="2041862" y="227943"/>
                </a:lnTo>
                <a:lnTo>
                  <a:pt x="1992278" y="309822"/>
                </a:lnTo>
                <a:lnTo>
                  <a:pt x="1984594" y="320134"/>
                </a:lnTo>
                <a:lnTo>
                  <a:pt x="1975849" y="326946"/>
                </a:lnTo>
                <a:lnTo>
                  <a:pt x="1965391" y="330706"/>
                </a:lnTo>
                <a:lnTo>
                  <a:pt x="1957067" y="331455"/>
                </a:lnTo>
                <a:close/>
              </a:path>
            </a:pathLst>
          </a:custGeom>
          <a:solidFill>
            <a:srgbClr val="2E6FA2"/>
          </a:solidFill>
        </p:spPr>
        <p:txBody>
          <a:bodyPr wrap="square" lIns="0" tIns="0" rIns="0" bIns="0" rtlCol="0"/>
          <a:lstStyle/>
          <a:p>
            <a:endParaRPr/>
          </a:p>
        </p:txBody>
      </p:sp>
      <p:sp>
        <p:nvSpPr>
          <p:cNvPr id="4" name="object 4"/>
          <p:cNvSpPr/>
          <p:nvPr/>
        </p:nvSpPr>
        <p:spPr>
          <a:xfrm>
            <a:off x="0" y="5077033"/>
            <a:ext cx="1796414" cy="331470"/>
          </a:xfrm>
          <a:custGeom>
            <a:avLst/>
            <a:gdLst/>
            <a:ahLst/>
            <a:cxnLst/>
            <a:rect l="l" t="t" r="r" b="b"/>
            <a:pathLst>
              <a:path w="1796414" h="331470">
                <a:moveTo>
                  <a:pt x="1570677" y="331165"/>
                </a:moveTo>
                <a:lnTo>
                  <a:pt x="0" y="330556"/>
                </a:lnTo>
                <a:lnTo>
                  <a:pt x="0" y="0"/>
                </a:lnTo>
                <a:lnTo>
                  <a:pt x="1796418" y="0"/>
                </a:lnTo>
                <a:lnTo>
                  <a:pt x="1793883" y="10212"/>
                </a:lnTo>
                <a:lnTo>
                  <a:pt x="1789915" y="18563"/>
                </a:lnTo>
                <a:lnTo>
                  <a:pt x="1780733" y="32659"/>
                </a:lnTo>
                <a:lnTo>
                  <a:pt x="1669116" y="215140"/>
                </a:lnTo>
                <a:lnTo>
                  <a:pt x="1613760" y="306645"/>
                </a:lnTo>
                <a:lnTo>
                  <a:pt x="1605535" y="317945"/>
                </a:lnTo>
                <a:lnTo>
                  <a:pt x="1596202" y="325569"/>
                </a:lnTo>
                <a:lnTo>
                  <a:pt x="1584877" y="329861"/>
                </a:lnTo>
                <a:lnTo>
                  <a:pt x="1570677" y="331165"/>
                </a:lnTo>
                <a:close/>
              </a:path>
            </a:pathLst>
          </a:custGeom>
          <a:solidFill>
            <a:srgbClr val="FFFFFF"/>
          </a:solidFill>
        </p:spPr>
        <p:txBody>
          <a:bodyPr wrap="square" lIns="0" tIns="0" rIns="0" bIns="0" rtlCol="0"/>
          <a:lstStyle/>
          <a:p>
            <a:endParaRPr/>
          </a:p>
        </p:txBody>
      </p:sp>
      <p:sp>
        <p:nvSpPr>
          <p:cNvPr id="5" name="object 5"/>
          <p:cNvSpPr/>
          <p:nvPr/>
        </p:nvSpPr>
        <p:spPr>
          <a:xfrm>
            <a:off x="0" y="5697868"/>
            <a:ext cx="1417320" cy="332105"/>
          </a:xfrm>
          <a:custGeom>
            <a:avLst/>
            <a:gdLst/>
            <a:ahLst/>
            <a:cxnLst/>
            <a:rect l="l" t="t" r="r" b="b"/>
            <a:pathLst>
              <a:path w="1417320" h="332104">
                <a:moveTo>
                  <a:pt x="1208480" y="331570"/>
                </a:moveTo>
                <a:lnTo>
                  <a:pt x="1199307" y="331662"/>
                </a:lnTo>
                <a:lnTo>
                  <a:pt x="1194641" y="331066"/>
                </a:lnTo>
                <a:lnTo>
                  <a:pt x="1189777" y="331563"/>
                </a:lnTo>
                <a:lnTo>
                  <a:pt x="0" y="331544"/>
                </a:lnTo>
                <a:lnTo>
                  <a:pt x="0" y="0"/>
                </a:lnTo>
                <a:lnTo>
                  <a:pt x="1414326" y="0"/>
                </a:lnTo>
                <a:lnTo>
                  <a:pt x="1416907" y="10126"/>
                </a:lnTo>
                <a:lnTo>
                  <a:pt x="1411944" y="14891"/>
                </a:lnTo>
                <a:lnTo>
                  <a:pt x="1253695" y="273631"/>
                </a:lnTo>
                <a:lnTo>
                  <a:pt x="1227996" y="315977"/>
                </a:lnTo>
                <a:lnTo>
                  <a:pt x="1222397" y="323607"/>
                </a:lnTo>
                <a:lnTo>
                  <a:pt x="1216034" y="328845"/>
                </a:lnTo>
                <a:lnTo>
                  <a:pt x="1208480" y="331570"/>
                </a:lnTo>
                <a:close/>
              </a:path>
            </a:pathLst>
          </a:custGeom>
          <a:solidFill>
            <a:srgbClr val="2E6FA2"/>
          </a:solidFill>
        </p:spPr>
        <p:txBody>
          <a:bodyPr wrap="square" lIns="0" tIns="0" rIns="0" bIns="0" rtlCol="0"/>
          <a:lstStyle/>
          <a:p>
            <a:endParaRPr/>
          </a:p>
        </p:txBody>
      </p:sp>
      <p:sp>
        <p:nvSpPr>
          <p:cNvPr id="6" name="object 6"/>
          <p:cNvSpPr/>
          <p:nvPr/>
        </p:nvSpPr>
        <p:spPr>
          <a:xfrm>
            <a:off x="0" y="6318308"/>
            <a:ext cx="1036955" cy="332740"/>
          </a:xfrm>
          <a:custGeom>
            <a:avLst/>
            <a:gdLst/>
            <a:ahLst/>
            <a:cxnLst/>
            <a:rect l="l" t="t" r="r" b="b"/>
            <a:pathLst>
              <a:path w="1036955" h="332740">
                <a:moveTo>
                  <a:pt x="812649" y="332456"/>
                </a:moveTo>
                <a:lnTo>
                  <a:pt x="0" y="332051"/>
                </a:lnTo>
                <a:lnTo>
                  <a:pt x="0" y="1399"/>
                </a:lnTo>
                <a:lnTo>
                  <a:pt x="1019925" y="1389"/>
                </a:lnTo>
                <a:lnTo>
                  <a:pt x="1027172" y="0"/>
                </a:lnTo>
                <a:lnTo>
                  <a:pt x="1036503" y="4467"/>
                </a:lnTo>
                <a:lnTo>
                  <a:pt x="1028414" y="21302"/>
                </a:lnTo>
                <a:lnTo>
                  <a:pt x="1019292" y="37003"/>
                </a:lnTo>
                <a:lnTo>
                  <a:pt x="1000369" y="67007"/>
                </a:lnTo>
                <a:lnTo>
                  <a:pt x="875591" y="271159"/>
                </a:lnTo>
                <a:lnTo>
                  <a:pt x="850868" y="312105"/>
                </a:lnTo>
                <a:lnTo>
                  <a:pt x="843388" y="321986"/>
                </a:lnTo>
                <a:lnTo>
                  <a:pt x="834885" y="328237"/>
                </a:lnTo>
                <a:lnTo>
                  <a:pt x="824819" y="331510"/>
                </a:lnTo>
                <a:lnTo>
                  <a:pt x="812649" y="332456"/>
                </a:lnTo>
                <a:close/>
              </a:path>
            </a:pathLst>
          </a:custGeom>
          <a:solidFill>
            <a:srgbClr val="FFFFFF"/>
          </a:solidFill>
        </p:spPr>
        <p:txBody>
          <a:bodyPr wrap="square" lIns="0" tIns="0" rIns="0" bIns="0" rtlCol="0"/>
          <a:lstStyle/>
          <a:p>
            <a:endParaRPr/>
          </a:p>
        </p:txBody>
      </p:sp>
      <p:sp>
        <p:nvSpPr>
          <p:cNvPr id="7" name="object 7"/>
          <p:cNvSpPr/>
          <p:nvPr/>
        </p:nvSpPr>
        <p:spPr>
          <a:xfrm>
            <a:off x="16123693" y="8269773"/>
            <a:ext cx="2164715" cy="308610"/>
          </a:xfrm>
          <a:custGeom>
            <a:avLst/>
            <a:gdLst/>
            <a:ahLst/>
            <a:cxnLst/>
            <a:rect l="l" t="t" r="r" b="b"/>
            <a:pathLst>
              <a:path w="2164715" h="308609">
                <a:moveTo>
                  <a:pt x="203983" y="308506"/>
                </a:moveTo>
                <a:lnTo>
                  <a:pt x="2164306" y="308506"/>
                </a:lnTo>
                <a:lnTo>
                  <a:pt x="2164306" y="0"/>
                </a:lnTo>
                <a:lnTo>
                  <a:pt x="0" y="0"/>
                </a:lnTo>
                <a:lnTo>
                  <a:pt x="369" y="10348"/>
                </a:lnTo>
                <a:lnTo>
                  <a:pt x="5081" y="16077"/>
                </a:lnTo>
                <a:lnTo>
                  <a:pt x="8777" y="22175"/>
                </a:lnTo>
                <a:lnTo>
                  <a:pt x="117334" y="199481"/>
                </a:lnTo>
                <a:lnTo>
                  <a:pt x="144338" y="243885"/>
                </a:lnTo>
                <a:lnTo>
                  <a:pt x="171211" y="288371"/>
                </a:lnTo>
                <a:lnTo>
                  <a:pt x="178363" y="297969"/>
                </a:lnTo>
                <a:lnTo>
                  <a:pt x="186503" y="304309"/>
                </a:lnTo>
                <a:lnTo>
                  <a:pt x="196237" y="307809"/>
                </a:lnTo>
                <a:lnTo>
                  <a:pt x="203983" y="308506"/>
                </a:lnTo>
                <a:close/>
              </a:path>
            </a:pathLst>
          </a:custGeom>
          <a:solidFill>
            <a:srgbClr val="2E6FA2"/>
          </a:solidFill>
        </p:spPr>
        <p:txBody>
          <a:bodyPr wrap="square" lIns="0" tIns="0" rIns="0" bIns="0" rtlCol="0"/>
          <a:lstStyle/>
          <a:p>
            <a:endParaRPr/>
          </a:p>
        </p:txBody>
      </p:sp>
      <p:sp>
        <p:nvSpPr>
          <p:cNvPr id="8" name="object 8"/>
          <p:cNvSpPr/>
          <p:nvPr/>
        </p:nvSpPr>
        <p:spPr>
          <a:xfrm>
            <a:off x="16477205" y="8848456"/>
            <a:ext cx="1811020" cy="308610"/>
          </a:xfrm>
          <a:custGeom>
            <a:avLst/>
            <a:gdLst/>
            <a:ahLst/>
            <a:cxnLst/>
            <a:rect l="l" t="t" r="r" b="b"/>
            <a:pathLst>
              <a:path w="1811019" h="308609">
                <a:moveTo>
                  <a:pt x="210111" y="308236"/>
                </a:moveTo>
                <a:lnTo>
                  <a:pt x="515828" y="307609"/>
                </a:lnTo>
                <a:lnTo>
                  <a:pt x="1810794" y="307662"/>
                </a:lnTo>
                <a:lnTo>
                  <a:pt x="1810794" y="0"/>
                </a:lnTo>
                <a:lnTo>
                  <a:pt x="0" y="0"/>
                </a:lnTo>
                <a:lnTo>
                  <a:pt x="2358" y="9505"/>
                </a:lnTo>
                <a:lnTo>
                  <a:pt x="6051" y="17278"/>
                </a:lnTo>
                <a:lnTo>
                  <a:pt x="14598" y="30398"/>
                </a:lnTo>
                <a:lnTo>
                  <a:pt x="118487" y="200245"/>
                </a:lnTo>
                <a:lnTo>
                  <a:pt x="170010" y="285414"/>
                </a:lnTo>
                <a:lnTo>
                  <a:pt x="177666" y="295932"/>
                </a:lnTo>
                <a:lnTo>
                  <a:pt x="186353" y="303027"/>
                </a:lnTo>
                <a:lnTo>
                  <a:pt x="196893" y="307022"/>
                </a:lnTo>
                <a:lnTo>
                  <a:pt x="210111" y="308236"/>
                </a:lnTo>
                <a:close/>
              </a:path>
            </a:pathLst>
          </a:custGeom>
          <a:solidFill>
            <a:srgbClr val="FFFFFF"/>
          </a:solidFill>
        </p:spPr>
        <p:txBody>
          <a:bodyPr wrap="square" lIns="0" tIns="0" rIns="0" bIns="0" rtlCol="0"/>
          <a:lstStyle/>
          <a:p>
            <a:endParaRPr/>
          </a:p>
        </p:txBody>
      </p:sp>
      <p:sp>
        <p:nvSpPr>
          <p:cNvPr id="9" name="object 9"/>
          <p:cNvSpPr/>
          <p:nvPr/>
        </p:nvSpPr>
        <p:spPr>
          <a:xfrm>
            <a:off x="16830439" y="9426308"/>
            <a:ext cx="1457960" cy="309245"/>
          </a:xfrm>
          <a:custGeom>
            <a:avLst/>
            <a:gdLst/>
            <a:ahLst/>
            <a:cxnLst/>
            <a:rect l="l" t="t" r="r" b="b"/>
            <a:pathLst>
              <a:path w="1457959" h="309245">
                <a:moveTo>
                  <a:pt x="193996" y="308614"/>
                </a:moveTo>
                <a:lnTo>
                  <a:pt x="202534" y="308699"/>
                </a:lnTo>
                <a:lnTo>
                  <a:pt x="206877" y="308144"/>
                </a:lnTo>
                <a:lnTo>
                  <a:pt x="211404" y="308606"/>
                </a:lnTo>
                <a:lnTo>
                  <a:pt x="1457560" y="308582"/>
                </a:lnTo>
                <a:lnTo>
                  <a:pt x="1457560" y="0"/>
                </a:lnTo>
                <a:lnTo>
                  <a:pt x="2402" y="0"/>
                </a:lnTo>
                <a:lnTo>
                  <a:pt x="0" y="9424"/>
                </a:lnTo>
                <a:lnTo>
                  <a:pt x="4619" y="13860"/>
                </a:lnTo>
                <a:lnTo>
                  <a:pt x="147917" y="248121"/>
                </a:lnTo>
                <a:lnTo>
                  <a:pt x="175831" y="294100"/>
                </a:lnTo>
                <a:lnTo>
                  <a:pt x="181043" y="301202"/>
                </a:lnTo>
                <a:lnTo>
                  <a:pt x="186965" y="306077"/>
                </a:lnTo>
                <a:lnTo>
                  <a:pt x="193996" y="308614"/>
                </a:lnTo>
                <a:close/>
              </a:path>
            </a:pathLst>
          </a:custGeom>
          <a:solidFill>
            <a:srgbClr val="2E6FA2"/>
          </a:solidFill>
        </p:spPr>
        <p:txBody>
          <a:bodyPr wrap="square" lIns="0" tIns="0" rIns="0" bIns="0" rtlCol="0"/>
          <a:lstStyle/>
          <a:p>
            <a:endParaRPr/>
          </a:p>
        </p:txBody>
      </p:sp>
      <p:grpSp>
        <p:nvGrpSpPr>
          <p:cNvPr id="10" name="object 10"/>
          <p:cNvGrpSpPr/>
          <p:nvPr/>
        </p:nvGrpSpPr>
        <p:grpSpPr>
          <a:xfrm>
            <a:off x="0" y="8954675"/>
            <a:ext cx="18288000" cy="1332865"/>
            <a:chOff x="0" y="8954675"/>
            <a:chExt cx="18288000" cy="1332865"/>
          </a:xfrm>
        </p:grpSpPr>
        <p:sp>
          <p:nvSpPr>
            <p:cNvPr id="11" name="object 11"/>
            <p:cNvSpPr/>
            <p:nvPr/>
          </p:nvSpPr>
          <p:spPr>
            <a:xfrm>
              <a:off x="17184506" y="10003790"/>
              <a:ext cx="1103630" cy="283210"/>
            </a:xfrm>
            <a:custGeom>
              <a:avLst/>
              <a:gdLst/>
              <a:ahLst/>
              <a:cxnLst/>
              <a:rect l="l" t="t" r="r" b="b"/>
              <a:pathLst>
                <a:path w="1103630" h="283209">
                  <a:moveTo>
                    <a:pt x="168377" y="283208"/>
                  </a:moveTo>
                  <a:lnTo>
                    <a:pt x="1103494" y="283208"/>
                  </a:lnTo>
                  <a:lnTo>
                    <a:pt x="1103494" y="1293"/>
                  </a:lnTo>
                  <a:lnTo>
                    <a:pt x="15430" y="1293"/>
                  </a:lnTo>
                  <a:lnTo>
                    <a:pt x="8685" y="0"/>
                  </a:lnTo>
                  <a:lnTo>
                    <a:pt x="0" y="4157"/>
                  </a:lnTo>
                  <a:lnTo>
                    <a:pt x="7528" y="19827"/>
                  </a:lnTo>
                  <a:lnTo>
                    <a:pt x="16019" y="34441"/>
                  </a:lnTo>
                  <a:lnTo>
                    <a:pt x="24908" y="48465"/>
                  </a:lnTo>
                  <a:lnTo>
                    <a:pt x="33632" y="62368"/>
                  </a:lnTo>
                  <a:lnTo>
                    <a:pt x="145148" y="244773"/>
                  </a:lnTo>
                  <a:lnTo>
                    <a:pt x="168377" y="283208"/>
                  </a:lnTo>
                  <a:close/>
                </a:path>
              </a:pathLst>
            </a:custGeom>
            <a:solidFill>
              <a:srgbClr val="FFFFFF"/>
            </a:solidFill>
          </p:spPr>
          <p:txBody>
            <a:bodyPr wrap="square" lIns="0" tIns="0" rIns="0" bIns="0" rtlCol="0"/>
            <a:lstStyle/>
            <a:p>
              <a:endParaRPr/>
            </a:p>
          </p:txBody>
        </p:sp>
        <p:pic>
          <p:nvPicPr>
            <p:cNvPr id="12" name="object 12"/>
            <p:cNvPicPr/>
            <p:nvPr/>
          </p:nvPicPr>
          <p:blipFill>
            <a:blip r:embed="rId2" cstate="print"/>
            <a:stretch>
              <a:fillRect/>
            </a:stretch>
          </p:blipFill>
          <p:spPr>
            <a:xfrm>
              <a:off x="0" y="8954675"/>
              <a:ext cx="18287999" cy="1332323"/>
            </a:xfrm>
            <a:prstGeom prst="rect">
              <a:avLst/>
            </a:prstGeom>
          </p:spPr>
        </p:pic>
      </p:grpSp>
      <p:pic>
        <p:nvPicPr>
          <p:cNvPr id="13" name="object 13"/>
          <p:cNvPicPr/>
          <p:nvPr/>
        </p:nvPicPr>
        <p:blipFill>
          <a:blip r:embed="rId3" cstate="print"/>
          <a:stretch>
            <a:fillRect/>
          </a:stretch>
        </p:blipFill>
        <p:spPr>
          <a:xfrm>
            <a:off x="10728102" y="125511"/>
            <a:ext cx="7559897" cy="973088"/>
          </a:xfrm>
          <a:prstGeom prst="rect">
            <a:avLst/>
          </a:prstGeom>
        </p:spPr>
      </p:pic>
      <p:pic>
        <p:nvPicPr>
          <p:cNvPr id="14" name="object 14"/>
          <p:cNvPicPr/>
          <p:nvPr/>
        </p:nvPicPr>
        <p:blipFill>
          <a:blip r:embed="rId4" cstate="print"/>
          <a:stretch>
            <a:fillRect/>
          </a:stretch>
        </p:blipFill>
        <p:spPr>
          <a:xfrm>
            <a:off x="15954892" y="1340913"/>
            <a:ext cx="2333106" cy="256805"/>
          </a:xfrm>
          <a:prstGeom prst="rect">
            <a:avLst/>
          </a:prstGeom>
        </p:spPr>
      </p:pic>
      <p:pic>
        <p:nvPicPr>
          <p:cNvPr id="15" name="object 15"/>
          <p:cNvPicPr/>
          <p:nvPr/>
        </p:nvPicPr>
        <p:blipFill>
          <a:blip r:embed="rId5" cstate="print"/>
          <a:stretch>
            <a:fillRect/>
          </a:stretch>
        </p:blipFill>
        <p:spPr>
          <a:xfrm>
            <a:off x="13485003" y="3814422"/>
            <a:ext cx="4800599" cy="4800599"/>
          </a:xfrm>
          <a:prstGeom prst="rect">
            <a:avLst/>
          </a:prstGeom>
        </p:spPr>
      </p:pic>
      <p:pic>
        <p:nvPicPr>
          <p:cNvPr id="16" name="object 16"/>
          <p:cNvPicPr/>
          <p:nvPr/>
        </p:nvPicPr>
        <p:blipFill>
          <a:blip r:embed="rId6" cstate="print"/>
          <a:stretch>
            <a:fillRect/>
          </a:stretch>
        </p:blipFill>
        <p:spPr>
          <a:xfrm>
            <a:off x="0" y="0"/>
            <a:ext cx="3086099" cy="2171699"/>
          </a:xfrm>
          <a:prstGeom prst="rect">
            <a:avLst/>
          </a:prstGeom>
        </p:spPr>
      </p:pic>
      <p:sp>
        <p:nvSpPr>
          <p:cNvPr id="17" name="object 17"/>
          <p:cNvSpPr txBox="1">
            <a:spLocks noGrp="1"/>
          </p:cNvSpPr>
          <p:nvPr>
            <p:ph type="title"/>
          </p:nvPr>
        </p:nvSpPr>
        <p:spPr>
          <a:xfrm>
            <a:off x="2868654" y="2016967"/>
            <a:ext cx="11957050" cy="1549400"/>
          </a:xfrm>
          <a:prstGeom prst="rect">
            <a:avLst/>
          </a:prstGeom>
        </p:spPr>
        <p:txBody>
          <a:bodyPr vert="horz" wrap="square" lIns="0" tIns="12700" rIns="0" bIns="0" rtlCol="0">
            <a:spAutoFit/>
          </a:bodyPr>
          <a:lstStyle/>
          <a:p>
            <a:pPr marL="12700" marR="5080">
              <a:lnSpc>
                <a:spcPct val="100000"/>
              </a:lnSpc>
              <a:spcBef>
                <a:spcPts val="100"/>
              </a:spcBef>
            </a:pPr>
            <a:r>
              <a:rPr sz="5000" spc="550" dirty="0"/>
              <a:t>ANÁLISIS</a:t>
            </a:r>
            <a:r>
              <a:rPr sz="5000" spc="-120" dirty="0"/>
              <a:t> </a:t>
            </a:r>
            <a:r>
              <a:rPr sz="5000" spc="640" dirty="0"/>
              <a:t>DE</a:t>
            </a:r>
            <a:r>
              <a:rPr sz="5000" spc="-120" dirty="0"/>
              <a:t> </a:t>
            </a:r>
            <a:r>
              <a:rPr sz="5000" spc="640" dirty="0"/>
              <a:t>LA</a:t>
            </a:r>
            <a:r>
              <a:rPr sz="5000" spc="-120" dirty="0"/>
              <a:t> </a:t>
            </a:r>
            <a:r>
              <a:rPr sz="5000" spc="580" dirty="0"/>
              <a:t>CALIDAD</a:t>
            </a:r>
            <a:r>
              <a:rPr sz="5000" spc="-120" dirty="0"/>
              <a:t> </a:t>
            </a:r>
            <a:r>
              <a:rPr sz="5000" spc="675" dirty="0"/>
              <a:t>DEL</a:t>
            </a:r>
            <a:r>
              <a:rPr sz="5000" spc="-120" dirty="0"/>
              <a:t> </a:t>
            </a:r>
            <a:r>
              <a:rPr sz="5000" spc="535" dirty="0"/>
              <a:t>AIRE</a:t>
            </a:r>
            <a:r>
              <a:rPr sz="5000" spc="-120" dirty="0"/>
              <a:t> </a:t>
            </a:r>
            <a:r>
              <a:rPr sz="5000" spc="565" dirty="0"/>
              <a:t>EN </a:t>
            </a:r>
            <a:r>
              <a:rPr sz="5000" spc="484" dirty="0"/>
              <a:t>UNA</a:t>
            </a:r>
            <a:r>
              <a:rPr sz="5000" spc="-114" dirty="0"/>
              <a:t> </a:t>
            </a:r>
            <a:r>
              <a:rPr sz="5000" spc="525" dirty="0"/>
              <a:t>CIUDAD</a:t>
            </a:r>
            <a:r>
              <a:rPr sz="5000" spc="-110" dirty="0"/>
              <a:t> </a:t>
            </a:r>
            <a:r>
              <a:rPr sz="5000" spc="495" dirty="0"/>
              <a:t>ITALIANA</a:t>
            </a:r>
            <a:r>
              <a:rPr sz="5000" spc="-110" dirty="0"/>
              <a:t> </a:t>
            </a:r>
            <a:r>
              <a:rPr sz="5000" spc="615" dirty="0"/>
              <a:t>CON</a:t>
            </a:r>
            <a:r>
              <a:rPr sz="5000" spc="-110" dirty="0"/>
              <a:t> </a:t>
            </a:r>
            <a:r>
              <a:rPr sz="5000" spc="665" dirty="0"/>
              <a:t>PYTHON</a:t>
            </a:r>
            <a:endParaRPr sz="5000"/>
          </a:p>
        </p:txBody>
      </p:sp>
      <p:pic>
        <p:nvPicPr>
          <p:cNvPr id="18" name="object 18"/>
          <p:cNvPicPr/>
          <p:nvPr/>
        </p:nvPicPr>
        <p:blipFill>
          <a:blip r:embed="rId7" cstate="print"/>
          <a:stretch>
            <a:fillRect/>
          </a:stretch>
        </p:blipFill>
        <p:spPr>
          <a:xfrm>
            <a:off x="6058529" y="5280639"/>
            <a:ext cx="123825" cy="123824"/>
          </a:xfrm>
          <a:prstGeom prst="rect">
            <a:avLst/>
          </a:prstGeom>
        </p:spPr>
      </p:pic>
      <p:sp>
        <p:nvSpPr>
          <p:cNvPr id="19" name="object 19"/>
          <p:cNvSpPr txBox="1"/>
          <p:nvPr/>
        </p:nvSpPr>
        <p:spPr>
          <a:xfrm>
            <a:off x="6352861" y="5582074"/>
            <a:ext cx="2275205" cy="437515"/>
          </a:xfrm>
          <a:prstGeom prst="rect">
            <a:avLst/>
          </a:prstGeom>
        </p:spPr>
        <p:txBody>
          <a:bodyPr vert="horz" wrap="square" lIns="0" tIns="12700" rIns="0" bIns="0" rtlCol="0">
            <a:spAutoFit/>
          </a:bodyPr>
          <a:lstStyle/>
          <a:p>
            <a:pPr marL="12700">
              <a:lnSpc>
                <a:spcPct val="100000"/>
              </a:lnSpc>
              <a:spcBef>
                <a:spcPts val="100"/>
              </a:spcBef>
            </a:pPr>
            <a:r>
              <a:rPr sz="2700" spc="-275" dirty="0">
                <a:solidFill>
                  <a:srgbClr val="FFFFFF"/>
                </a:solidFill>
                <a:latin typeface="Lucida Sans Unicode"/>
                <a:cs typeface="Lucida Sans Unicode"/>
              </a:rPr>
              <a:t>L</a:t>
            </a:r>
            <a:r>
              <a:rPr sz="2700" spc="15" dirty="0">
                <a:solidFill>
                  <a:srgbClr val="FFFFFF"/>
                </a:solidFill>
                <a:latin typeface="Lucida Sans Unicode"/>
                <a:cs typeface="Lucida Sans Unicode"/>
              </a:rPr>
              <a:t> </a:t>
            </a:r>
            <a:r>
              <a:rPr sz="2700" spc="165" dirty="0">
                <a:solidFill>
                  <a:srgbClr val="FFFFFF"/>
                </a:solidFill>
                <a:latin typeface="Lucida Sans Unicode"/>
                <a:cs typeface="Lucida Sans Unicode"/>
              </a:rPr>
              <a:t>e</a:t>
            </a:r>
            <a:r>
              <a:rPr sz="2700" spc="-50" dirty="0">
                <a:solidFill>
                  <a:srgbClr val="FFFFFF"/>
                </a:solidFill>
                <a:latin typeface="Lucida Sans Unicode"/>
                <a:cs typeface="Lucida Sans Unicode"/>
              </a:rPr>
              <a:t> </a:t>
            </a:r>
            <a:r>
              <a:rPr sz="2700" spc="325" dirty="0">
                <a:solidFill>
                  <a:srgbClr val="FFFFFF"/>
                </a:solidFill>
                <a:latin typeface="Lucida Sans Unicode"/>
                <a:cs typeface="Lucida Sans Unicode"/>
              </a:rPr>
              <a:t>a</a:t>
            </a:r>
            <a:r>
              <a:rPr sz="2700" spc="-15" dirty="0">
                <a:solidFill>
                  <a:srgbClr val="FFFFFF"/>
                </a:solidFill>
                <a:latin typeface="Lucida Sans Unicode"/>
                <a:cs typeface="Lucida Sans Unicode"/>
              </a:rPr>
              <a:t> </a:t>
            </a:r>
            <a:r>
              <a:rPr sz="2700" dirty="0">
                <a:solidFill>
                  <a:srgbClr val="FFFFFF"/>
                </a:solidFill>
                <a:latin typeface="Lucida Sans Unicode"/>
                <a:cs typeface="Lucida Sans Unicode"/>
              </a:rPr>
              <a:t>r</a:t>
            </a:r>
            <a:r>
              <a:rPr sz="2700" spc="-15" dirty="0">
                <a:solidFill>
                  <a:srgbClr val="FFFFFF"/>
                </a:solidFill>
                <a:latin typeface="Lucida Sans Unicode"/>
                <a:cs typeface="Lucida Sans Unicode"/>
              </a:rPr>
              <a:t> </a:t>
            </a:r>
            <a:r>
              <a:rPr sz="2700" spc="50" dirty="0">
                <a:solidFill>
                  <a:srgbClr val="FFFFFF"/>
                </a:solidFill>
                <a:latin typeface="Lucida Sans Unicode"/>
                <a:cs typeface="Lucida Sans Unicode"/>
              </a:rPr>
              <a:t>n</a:t>
            </a:r>
            <a:r>
              <a:rPr sz="2700" spc="-15" dirty="0">
                <a:solidFill>
                  <a:srgbClr val="FFFFFF"/>
                </a:solidFill>
                <a:latin typeface="Lucida Sans Unicode"/>
                <a:cs typeface="Lucida Sans Unicode"/>
              </a:rPr>
              <a:t> </a:t>
            </a:r>
            <a:r>
              <a:rPr sz="2700" dirty="0">
                <a:solidFill>
                  <a:srgbClr val="FFFFFF"/>
                </a:solidFill>
                <a:latin typeface="Lucida Sans Unicode"/>
                <a:cs typeface="Lucida Sans Unicode"/>
              </a:rPr>
              <a:t>i</a:t>
            </a:r>
            <a:r>
              <a:rPr sz="2700" spc="-15" dirty="0">
                <a:solidFill>
                  <a:srgbClr val="FFFFFF"/>
                </a:solidFill>
                <a:latin typeface="Lucida Sans Unicode"/>
                <a:cs typeface="Lucida Sans Unicode"/>
              </a:rPr>
              <a:t> </a:t>
            </a:r>
            <a:r>
              <a:rPr sz="2700" spc="50" dirty="0">
                <a:solidFill>
                  <a:srgbClr val="FFFFFF"/>
                </a:solidFill>
                <a:latin typeface="Lucida Sans Unicode"/>
                <a:cs typeface="Lucida Sans Unicode"/>
              </a:rPr>
              <a:t>n</a:t>
            </a:r>
            <a:r>
              <a:rPr sz="2700" spc="-15" dirty="0">
                <a:solidFill>
                  <a:srgbClr val="FFFFFF"/>
                </a:solidFill>
                <a:latin typeface="Lucida Sans Unicode"/>
                <a:cs typeface="Lucida Sans Unicode"/>
              </a:rPr>
              <a:t> </a:t>
            </a:r>
            <a:r>
              <a:rPr sz="2700" spc="85" dirty="0">
                <a:solidFill>
                  <a:srgbClr val="FFFFFF"/>
                </a:solidFill>
                <a:latin typeface="Lucida Sans Unicode"/>
                <a:cs typeface="Lucida Sans Unicode"/>
              </a:rPr>
              <a:t>g</a:t>
            </a:r>
            <a:endParaRPr sz="2700">
              <a:latin typeface="Lucida Sans Unicode"/>
              <a:cs typeface="Lucida Sans Unicode"/>
            </a:endParaRPr>
          </a:p>
        </p:txBody>
      </p:sp>
      <p:sp>
        <p:nvSpPr>
          <p:cNvPr id="20" name="object 20"/>
          <p:cNvSpPr txBox="1"/>
          <p:nvPr/>
        </p:nvSpPr>
        <p:spPr>
          <a:xfrm>
            <a:off x="6352861" y="5041282"/>
            <a:ext cx="6055360" cy="977900"/>
          </a:xfrm>
          <a:prstGeom prst="rect">
            <a:avLst/>
          </a:prstGeom>
        </p:spPr>
        <p:txBody>
          <a:bodyPr vert="horz" wrap="square" lIns="0" tIns="77470" rIns="0" bIns="0" rtlCol="0">
            <a:spAutoFit/>
          </a:bodyPr>
          <a:lstStyle/>
          <a:p>
            <a:pPr marL="12700">
              <a:lnSpc>
                <a:spcPct val="100000"/>
              </a:lnSpc>
              <a:spcBef>
                <a:spcPts val="610"/>
              </a:spcBef>
              <a:tabLst>
                <a:tab pos="2523490" algn="l"/>
                <a:tab pos="3907154" algn="l"/>
              </a:tabLst>
            </a:pPr>
            <a:r>
              <a:rPr sz="2700" b="1" dirty="0">
                <a:solidFill>
                  <a:srgbClr val="FFFFFF"/>
                </a:solidFill>
                <a:latin typeface="Tahoma"/>
                <a:cs typeface="Tahoma"/>
              </a:rPr>
              <a:t>F</a:t>
            </a:r>
            <a:r>
              <a:rPr sz="2700" b="1" spc="50" dirty="0">
                <a:solidFill>
                  <a:srgbClr val="FFFFFF"/>
                </a:solidFill>
                <a:latin typeface="Tahoma"/>
                <a:cs typeface="Tahoma"/>
              </a:rPr>
              <a:t> </a:t>
            </a:r>
            <a:r>
              <a:rPr sz="2700" b="1" spc="85" dirty="0">
                <a:solidFill>
                  <a:srgbClr val="FFFFFF"/>
                </a:solidFill>
                <a:latin typeface="Tahoma"/>
                <a:cs typeface="Tahoma"/>
              </a:rPr>
              <a:t>u</a:t>
            </a:r>
            <a:r>
              <a:rPr sz="2700" b="1" spc="55" dirty="0">
                <a:solidFill>
                  <a:srgbClr val="FFFFFF"/>
                </a:solidFill>
                <a:latin typeface="Tahoma"/>
                <a:cs typeface="Tahoma"/>
              </a:rPr>
              <a:t> </a:t>
            </a:r>
            <a:r>
              <a:rPr sz="2700" b="1" spc="60" dirty="0">
                <a:solidFill>
                  <a:srgbClr val="FFFFFF"/>
                </a:solidFill>
                <a:latin typeface="Tahoma"/>
                <a:cs typeface="Tahoma"/>
              </a:rPr>
              <a:t>e</a:t>
            </a:r>
            <a:r>
              <a:rPr sz="2700" b="1" spc="50" dirty="0">
                <a:solidFill>
                  <a:srgbClr val="FFFFFF"/>
                </a:solidFill>
                <a:latin typeface="Tahoma"/>
                <a:cs typeface="Tahoma"/>
              </a:rPr>
              <a:t> </a:t>
            </a:r>
            <a:r>
              <a:rPr sz="2700" b="1" spc="85" dirty="0">
                <a:solidFill>
                  <a:srgbClr val="FFFFFF"/>
                </a:solidFill>
                <a:latin typeface="Tahoma"/>
                <a:cs typeface="Tahoma"/>
              </a:rPr>
              <a:t>n</a:t>
            </a:r>
            <a:r>
              <a:rPr sz="2700" b="1" spc="55" dirty="0">
                <a:solidFill>
                  <a:srgbClr val="FFFFFF"/>
                </a:solidFill>
                <a:latin typeface="Tahoma"/>
                <a:cs typeface="Tahoma"/>
              </a:rPr>
              <a:t> </a:t>
            </a:r>
            <a:r>
              <a:rPr sz="2700" b="1" dirty="0">
                <a:solidFill>
                  <a:srgbClr val="FFFFFF"/>
                </a:solidFill>
                <a:latin typeface="Tahoma"/>
                <a:cs typeface="Tahoma"/>
              </a:rPr>
              <a:t>t</a:t>
            </a:r>
            <a:r>
              <a:rPr sz="2700" b="1" spc="50" dirty="0">
                <a:solidFill>
                  <a:srgbClr val="FFFFFF"/>
                </a:solidFill>
                <a:latin typeface="Tahoma"/>
                <a:cs typeface="Tahoma"/>
              </a:rPr>
              <a:t> </a:t>
            </a:r>
            <a:r>
              <a:rPr sz="2700" b="1" spc="60" dirty="0">
                <a:solidFill>
                  <a:srgbClr val="FFFFFF"/>
                </a:solidFill>
                <a:latin typeface="Tahoma"/>
                <a:cs typeface="Tahoma"/>
              </a:rPr>
              <a:t>e</a:t>
            </a:r>
            <a:r>
              <a:rPr sz="2700" b="1" spc="55" dirty="0">
                <a:solidFill>
                  <a:srgbClr val="FFFFFF"/>
                </a:solidFill>
                <a:latin typeface="Tahoma"/>
                <a:cs typeface="Tahoma"/>
              </a:rPr>
              <a:t> </a:t>
            </a:r>
            <a:r>
              <a:rPr sz="2700" b="1" spc="-50" dirty="0">
                <a:solidFill>
                  <a:srgbClr val="FFFFFF"/>
                </a:solidFill>
                <a:latin typeface="Tahoma"/>
                <a:cs typeface="Tahoma"/>
              </a:rPr>
              <a:t>:</a:t>
            </a:r>
            <a:r>
              <a:rPr sz="2700" b="1" dirty="0">
                <a:solidFill>
                  <a:srgbClr val="FFFFFF"/>
                </a:solidFill>
                <a:latin typeface="Tahoma"/>
                <a:cs typeface="Tahoma"/>
              </a:rPr>
              <a:t>	U</a:t>
            </a:r>
            <a:r>
              <a:rPr sz="2700" b="1" spc="25" dirty="0">
                <a:solidFill>
                  <a:srgbClr val="FFFFFF"/>
                </a:solidFill>
                <a:latin typeface="Tahoma"/>
                <a:cs typeface="Tahoma"/>
              </a:rPr>
              <a:t> </a:t>
            </a:r>
            <a:r>
              <a:rPr sz="2700" b="1" spc="250" dirty="0">
                <a:solidFill>
                  <a:srgbClr val="FFFFFF"/>
                </a:solidFill>
                <a:latin typeface="Tahoma"/>
                <a:cs typeface="Tahoma"/>
              </a:rPr>
              <a:t>C</a:t>
            </a:r>
            <a:r>
              <a:rPr sz="2700" b="1" spc="25" dirty="0">
                <a:solidFill>
                  <a:srgbClr val="FFFFFF"/>
                </a:solidFill>
                <a:latin typeface="Tahoma"/>
                <a:cs typeface="Tahoma"/>
              </a:rPr>
              <a:t> </a:t>
            </a:r>
            <a:r>
              <a:rPr sz="2700" b="1" spc="-560" dirty="0">
                <a:solidFill>
                  <a:srgbClr val="FFFFFF"/>
                </a:solidFill>
                <a:latin typeface="Tahoma"/>
                <a:cs typeface="Tahoma"/>
              </a:rPr>
              <a:t>I</a:t>
            </a:r>
            <a:r>
              <a:rPr sz="2700" b="1" dirty="0">
                <a:solidFill>
                  <a:srgbClr val="FFFFFF"/>
                </a:solidFill>
                <a:latin typeface="Tahoma"/>
                <a:cs typeface="Tahoma"/>
              </a:rPr>
              <a:t>	</a:t>
            </a:r>
            <a:r>
              <a:rPr sz="2700" dirty="0">
                <a:solidFill>
                  <a:srgbClr val="FFFFFF"/>
                </a:solidFill>
                <a:latin typeface="Lucida Sans Unicode"/>
                <a:cs typeface="Lucida Sans Unicode"/>
              </a:rPr>
              <a:t>M</a:t>
            </a:r>
            <a:r>
              <a:rPr sz="2700" spc="-5" dirty="0">
                <a:solidFill>
                  <a:srgbClr val="FFFFFF"/>
                </a:solidFill>
                <a:latin typeface="Lucida Sans Unicode"/>
                <a:cs typeface="Lucida Sans Unicode"/>
              </a:rPr>
              <a:t> </a:t>
            </a:r>
            <a:r>
              <a:rPr sz="2700" spc="325" dirty="0">
                <a:solidFill>
                  <a:srgbClr val="FFFFFF"/>
                </a:solidFill>
                <a:latin typeface="Lucida Sans Unicode"/>
                <a:cs typeface="Lucida Sans Unicode"/>
              </a:rPr>
              <a:t>a</a:t>
            </a:r>
            <a:r>
              <a:rPr sz="2700" spc="-5" dirty="0">
                <a:solidFill>
                  <a:srgbClr val="FFFFFF"/>
                </a:solidFill>
                <a:latin typeface="Lucida Sans Unicode"/>
                <a:cs typeface="Lucida Sans Unicode"/>
              </a:rPr>
              <a:t> </a:t>
            </a:r>
            <a:r>
              <a:rPr sz="2700" spc="245" dirty="0">
                <a:solidFill>
                  <a:srgbClr val="FFFFFF"/>
                </a:solidFill>
                <a:latin typeface="Lucida Sans Unicode"/>
                <a:cs typeface="Lucida Sans Unicode"/>
              </a:rPr>
              <a:t>c</a:t>
            </a:r>
            <a:r>
              <a:rPr sz="2700" dirty="0">
                <a:solidFill>
                  <a:srgbClr val="FFFFFF"/>
                </a:solidFill>
                <a:latin typeface="Lucida Sans Unicode"/>
                <a:cs typeface="Lucida Sans Unicode"/>
              </a:rPr>
              <a:t> </a:t>
            </a:r>
            <a:r>
              <a:rPr sz="2700" spc="50" dirty="0">
                <a:solidFill>
                  <a:srgbClr val="FFFFFF"/>
                </a:solidFill>
                <a:latin typeface="Lucida Sans Unicode"/>
                <a:cs typeface="Lucida Sans Unicode"/>
              </a:rPr>
              <a:t>h</a:t>
            </a:r>
            <a:r>
              <a:rPr sz="2700" spc="-5" dirty="0">
                <a:solidFill>
                  <a:srgbClr val="FFFFFF"/>
                </a:solidFill>
                <a:latin typeface="Lucida Sans Unicode"/>
                <a:cs typeface="Lucida Sans Unicode"/>
              </a:rPr>
              <a:t> </a:t>
            </a:r>
            <a:r>
              <a:rPr sz="2700" dirty="0">
                <a:solidFill>
                  <a:srgbClr val="FFFFFF"/>
                </a:solidFill>
                <a:latin typeface="Lucida Sans Unicode"/>
                <a:cs typeface="Lucida Sans Unicode"/>
              </a:rPr>
              <a:t>i</a:t>
            </a:r>
            <a:r>
              <a:rPr sz="2700" spc="-5" dirty="0">
                <a:solidFill>
                  <a:srgbClr val="FFFFFF"/>
                </a:solidFill>
                <a:latin typeface="Lucida Sans Unicode"/>
                <a:cs typeface="Lucida Sans Unicode"/>
              </a:rPr>
              <a:t> </a:t>
            </a:r>
            <a:r>
              <a:rPr sz="2700" spc="50" dirty="0">
                <a:solidFill>
                  <a:srgbClr val="FFFFFF"/>
                </a:solidFill>
                <a:latin typeface="Lucida Sans Unicode"/>
                <a:cs typeface="Lucida Sans Unicode"/>
              </a:rPr>
              <a:t>n</a:t>
            </a:r>
            <a:r>
              <a:rPr sz="2700" dirty="0">
                <a:solidFill>
                  <a:srgbClr val="FFFFFF"/>
                </a:solidFill>
                <a:latin typeface="Lucida Sans Unicode"/>
                <a:cs typeface="Lucida Sans Unicode"/>
              </a:rPr>
              <a:t> </a:t>
            </a:r>
            <a:r>
              <a:rPr sz="2700" spc="114" dirty="0">
                <a:solidFill>
                  <a:srgbClr val="FFFFFF"/>
                </a:solidFill>
                <a:latin typeface="Lucida Sans Unicode"/>
                <a:cs typeface="Lucida Sans Unicode"/>
              </a:rPr>
              <a:t>e</a:t>
            </a:r>
            <a:endParaRPr sz="2700">
              <a:latin typeface="Lucida Sans Unicode"/>
              <a:cs typeface="Lucida Sans Unicode"/>
            </a:endParaRPr>
          </a:p>
          <a:p>
            <a:pPr marL="2574290">
              <a:lnSpc>
                <a:spcPct val="100000"/>
              </a:lnSpc>
              <a:spcBef>
                <a:spcPts val="509"/>
              </a:spcBef>
            </a:pPr>
            <a:r>
              <a:rPr sz="2700" dirty="0">
                <a:solidFill>
                  <a:srgbClr val="FFFFFF"/>
                </a:solidFill>
                <a:latin typeface="Lucida Sans Unicode"/>
                <a:cs typeface="Lucida Sans Unicode"/>
              </a:rPr>
              <a:t>R</a:t>
            </a:r>
            <a:r>
              <a:rPr sz="2700" spc="-10" dirty="0">
                <a:solidFill>
                  <a:srgbClr val="FFFFFF"/>
                </a:solidFill>
                <a:latin typeface="Lucida Sans Unicode"/>
                <a:cs typeface="Lucida Sans Unicode"/>
              </a:rPr>
              <a:t> </a:t>
            </a:r>
            <a:r>
              <a:rPr sz="2700" spc="165" dirty="0">
                <a:solidFill>
                  <a:srgbClr val="FFFFFF"/>
                </a:solidFill>
                <a:latin typeface="Lucida Sans Unicode"/>
                <a:cs typeface="Lucida Sans Unicode"/>
              </a:rPr>
              <a:t>e</a:t>
            </a:r>
            <a:r>
              <a:rPr sz="2700" spc="-5" dirty="0">
                <a:solidFill>
                  <a:srgbClr val="FFFFFF"/>
                </a:solidFill>
                <a:latin typeface="Lucida Sans Unicode"/>
                <a:cs typeface="Lucida Sans Unicode"/>
              </a:rPr>
              <a:t> </a:t>
            </a:r>
            <a:r>
              <a:rPr sz="2700" spc="114" dirty="0">
                <a:solidFill>
                  <a:srgbClr val="FFFFFF"/>
                </a:solidFill>
                <a:latin typeface="Lucida Sans Unicode"/>
                <a:cs typeface="Lucida Sans Unicode"/>
              </a:rPr>
              <a:t>p</a:t>
            </a:r>
            <a:r>
              <a:rPr sz="2700" spc="-10" dirty="0">
                <a:solidFill>
                  <a:srgbClr val="FFFFFF"/>
                </a:solidFill>
                <a:latin typeface="Lucida Sans Unicode"/>
                <a:cs typeface="Lucida Sans Unicode"/>
              </a:rPr>
              <a:t> </a:t>
            </a:r>
            <a:r>
              <a:rPr sz="2700" dirty="0">
                <a:solidFill>
                  <a:srgbClr val="FFFFFF"/>
                </a:solidFill>
                <a:latin typeface="Lucida Sans Unicode"/>
                <a:cs typeface="Lucida Sans Unicode"/>
              </a:rPr>
              <a:t>o</a:t>
            </a:r>
            <a:r>
              <a:rPr sz="2700" spc="-5" dirty="0">
                <a:solidFill>
                  <a:srgbClr val="FFFFFF"/>
                </a:solidFill>
                <a:latin typeface="Lucida Sans Unicode"/>
                <a:cs typeface="Lucida Sans Unicode"/>
              </a:rPr>
              <a:t> </a:t>
            </a:r>
            <a:r>
              <a:rPr sz="2700" dirty="0">
                <a:solidFill>
                  <a:srgbClr val="FFFFFF"/>
                </a:solidFill>
                <a:latin typeface="Lucida Sans Unicode"/>
                <a:cs typeface="Lucida Sans Unicode"/>
              </a:rPr>
              <a:t>s</a:t>
            </a:r>
            <a:r>
              <a:rPr sz="2700" spc="-10" dirty="0">
                <a:solidFill>
                  <a:srgbClr val="FFFFFF"/>
                </a:solidFill>
                <a:latin typeface="Lucida Sans Unicode"/>
                <a:cs typeface="Lucida Sans Unicode"/>
              </a:rPr>
              <a:t> </a:t>
            </a:r>
            <a:r>
              <a:rPr sz="2700" dirty="0">
                <a:solidFill>
                  <a:srgbClr val="FFFFFF"/>
                </a:solidFill>
                <a:latin typeface="Lucida Sans Unicode"/>
                <a:cs typeface="Lucida Sans Unicode"/>
              </a:rPr>
              <a:t>i</a:t>
            </a:r>
            <a:r>
              <a:rPr sz="2700" spc="-5" dirty="0">
                <a:solidFill>
                  <a:srgbClr val="FFFFFF"/>
                </a:solidFill>
                <a:latin typeface="Lucida Sans Unicode"/>
                <a:cs typeface="Lucida Sans Unicode"/>
              </a:rPr>
              <a:t> </a:t>
            </a:r>
            <a:r>
              <a:rPr sz="2700" dirty="0">
                <a:solidFill>
                  <a:srgbClr val="FFFFFF"/>
                </a:solidFill>
                <a:latin typeface="Lucida Sans Unicode"/>
                <a:cs typeface="Lucida Sans Unicode"/>
              </a:rPr>
              <a:t>t</a:t>
            </a:r>
            <a:r>
              <a:rPr sz="2700" spc="-10" dirty="0">
                <a:solidFill>
                  <a:srgbClr val="FFFFFF"/>
                </a:solidFill>
                <a:latin typeface="Lucida Sans Unicode"/>
                <a:cs typeface="Lucida Sans Unicode"/>
              </a:rPr>
              <a:t> </a:t>
            </a:r>
            <a:r>
              <a:rPr sz="2700" dirty="0">
                <a:solidFill>
                  <a:srgbClr val="FFFFFF"/>
                </a:solidFill>
                <a:latin typeface="Lucida Sans Unicode"/>
                <a:cs typeface="Lucida Sans Unicode"/>
              </a:rPr>
              <a:t>o</a:t>
            </a:r>
            <a:r>
              <a:rPr sz="2700" spc="-5" dirty="0">
                <a:solidFill>
                  <a:srgbClr val="FFFFFF"/>
                </a:solidFill>
                <a:latin typeface="Lucida Sans Unicode"/>
                <a:cs typeface="Lucida Sans Unicode"/>
              </a:rPr>
              <a:t> </a:t>
            </a:r>
            <a:r>
              <a:rPr sz="2700" dirty="0">
                <a:solidFill>
                  <a:srgbClr val="FFFFFF"/>
                </a:solidFill>
                <a:latin typeface="Lucida Sans Unicode"/>
                <a:cs typeface="Lucida Sans Unicode"/>
              </a:rPr>
              <a:t>r</a:t>
            </a:r>
            <a:r>
              <a:rPr sz="2700" spc="-5" dirty="0">
                <a:solidFill>
                  <a:srgbClr val="FFFFFF"/>
                </a:solidFill>
                <a:latin typeface="Lucida Sans Unicode"/>
                <a:cs typeface="Lucida Sans Unicode"/>
              </a:rPr>
              <a:t> </a:t>
            </a:r>
            <a:r>
              <a:rPr sz="2700" spc="45" dirty="0">
                <a:solidFill>
                  <a:srgbClr val="FFFFFF"/>
                </a:solidFill>
                <a:latin typeface="Lucida Sans Unicode"/>
                <a:cs typeface="Lucida Sans Unicode"/>
              </a:rPr>
              <a:t>y</a:t>
            </a:r>
            <a:endParaRPr sz="2700">
              <a:latin typeface="Lucida Sans Unicode"/>
              <a:cs typeface="Lucida Sans Unicode"/>
            </a:endParaRPr>
          </a:p>
        </p:txBody>
      </p:sp>
      <p:pic>
        <p:nvPicPr>
          <p:cNvPr id="21" name="object 21"/>
          <p:cNvPicPr/>
          <p:nvPr/>
        </p:nvPicPr>
        <p:blipFill>
          <a:blip r:embed="rId7" cstate="print"/>
          <a:stretch>
            <a:fillRect/>
          </a:stretch>
        </p:blipFill>
        <p:spPr>
          <a:xfrm>
            <a:off x="6058529" y="6233139"/>
            <a:ext cx="123825" cy="123824"/>
          </a:xfrm>
          <a:prstGeom prst="rect">
            <a:avLst/>
          </a:prstGeom>
        </p:spPr>
      </p:pic>
      <p:pic>
        <p:nvPicPr>
          <p:cNvPr id="22" name="object 22"/>
          <p:cNvPicPr/>
          <p:nvPr/>
        </p:nvPicPr>
        <p:blipFill>
          <a:blip r:embed="rId7" cstate="print"/>
          <a:stretch>
            <a:fillRect/>
          </a:stretch>
        </p:blipFill>
        <p:spPr>
          <a:xfrm>
            <a:off x="6058529" y="8138139"/>
            <a:ext cx="123825" cy="123824"/>
          </a:xfrm>
          <a:prstGeom prst="rect">
            <a:avLst/>
          </a:prstGeom>
        </p:spPr>
      </p:pic>
      <p:sp>
        <p:nvSpPr>
          <p:cNvPr id="23" name="object 23"/>
          <p:cNvSpPr txBox="1"/>
          <p:nvPr/>
        </p:nvSpPr>
        <p:spPr>
          <a:xfrm>
            <a:off x="6352861" y="5993782"/>
            <a:ext cx="6055360" cy="2406650"/>
          </a:xfrm>
          <a:prstGeom prst="rect">
            <a:avLst/>
          </a:prstGeom>
        </p:spPr>
        <p:txBody>
          <a:bodyPr vert="horz" wrap="square" lIns="0" tIns="12700" rIns="0" bIns="0" rtlCol="0">
            <a:spAutoFit/>
          </a:bodyPr>
          <a:lstStyle/>
          <a:p>
            <a:pPr marL="12700" marR="5080" algn="just">
              <a:lnSpc>
                <a:spcPct val="115700"/>
              </a:lnSpc>
              <a:spcBef>
                <a:spcPts val="100"/>
              </a:spcBef>
              <a:tabLst>
                <a:tab pos="4857750" algn="l"/>
              </a:tabLst>
            </a:pPr>
            <a:r>
              <a:rPr sz="2700" b="1" spc="-509" dirty="0">
                <a:solidFill>
                  <a:srgbClr val="FFFFFF"/>
                </a:solidFill>
                <a:latin typeface="Tahoma"/>
                <a:cs typeface="Tahoma"/>
              </a:rPr>
              <a:t>I</a:t>
            </a:r>
            <a:r>
              <a:rPr sz="2700" b="1" spc="75" dirty="0">
                <a:solidFill>
                  <a:srgbClr val="FFFFFF"/>
                </a:solidFill>
                <a:latin typeface="Tahoma"/>
                <a:cs typeface="Tahoma"/>
              </a:rPr>
              <a:t> </a:t>
            </a:r>
            <a:r>
              <a:rPr sz="2700" b="1" spc="85" dirty="0">
                <a:solidFill>
                  <a:srgbClr val="FFFFFF"/>
                </a:solidFill>
                <a:latin typeface="Tahoma"/>
                <a:cs typeface="Tahoma"/>
              </a:rPr>
              <a:t>n</a:t>
            </a:r>
            <a:r>
              <a:rPr sz="2700" b="1" spc="60" dirty="0">
                <a:solidFill>
                  <a:srgbClr val="FFFFFF"/>
                </a:solidFill>
                <a:latin typeface="Tahoma"/>
                <a:cs typeface="Tahoma"/>
              </a:rPr>
              <a:t> </a:t>
            </a:r>
            <a:r>
              <a:rPr sz="2700" b="1" dirty="0">
                <a:solidFill>
                  <a:srgbClr val="FFFFFF"/>
                </a:solidFill>
                <a:latin typeface="Tahoma"/>
                <a:cs typeface="Tahoma"/>
              </a:rPr>
              <a:t>t</a:t>
            </a:r>
            <a:r>
              <a:rPr sz="2700" b="1" spc="70" dirty="0">
                <a:solidFill>
                  <a:srgbClr val="FFFFFF"/>
                </a:solidFill>
                <a:latin typeface="Tahoma"/>
                <a:cs typeface="Tahoma"/>
              </a:rPr>
              <a:t> </a:t>
            </a:r>
            <a:r>
              <a:rPr sz="2700" b="1" spc="60" dirty="0">
                <a:solidFill>
                  <a:srgbClr val="FFFFFF"/>
                </a:solidFill>
                <a:latin typeface="Tahoma"/>
                <a:cs typeface="Tahoma"/>
              </a:rPr>
              <a:t>e</a:t>
            </a:r>
            <a:r>
              <a:rPr sz="2700" b="1" spc="70" dirty="0">
                <a:solidFill>
                  <a:srgbClr val="FFFFFF"/>
                </a:solidFill>
                <a:latin typeface="Tahoma"/>
                <a:cs typeface="Tahoma"/>
              </a:rPr>
              <a:t> </a:t>
            </a:r>
            <a:r>
              <a:rPr sz="2700" b="1" spc="114" dirty="0">
                <a:solidFill>
                  <a:srgbClr val="FFFFFF"/>
                </a:solidFill>
                <a:latin typeface="Tahoma"/>
                <a:cs typeface="Tahoma"/>
              </a:rPr>
              <a:t>g</a:t>
            </a:r>
            <a:r>
              <a:rPr sz="2700" b="1" spc="65" dirty="0">
                <a:solidFill>
                  <a:srgbClr val="FFFFFF"/>
                </a:solidFill>
                <a:latin typeface="Tahoma"/>
                <a:cs typeface="Tahoma"/>
              </a:rPr>
              <a:t> </a:t>
            </a:r>
            <a:r>
              <a:rPr sz="2700" b="1" dirty="0">
                <a:solidFill>
                  <a:srgbClr val="FFFFFF"/>
                </a:solidFill>
                <a:latin typeface="Tahoma"/>
                <a:cs typeface="Tahoma"/>
              </a:rPr>
              <a:t>r</a:t>
            </a:r>
            <a:r>
              <a:rPr sz="2700" b="1" spc="70" dirty="0">
                <a:solidFill>
                  <a:srgbClr val="FFFFFF"/>
                </a:solidFill>
                <a:latin typeface="Tahoma"/>
                <a:cs typeface="Tahoma"/>
              </a:rPr>
              <a:t> </a:t>
            </a:r>
            <a:r>
              <a:rPr sz="2700" b="1" spc="204" dirty="0">
                <a:solidFill>
                  <a:srgbClr val="FFFFFF"/>
                </a:solidFill>
                <a:latin typeface="Tahoma"/>
                <a:cs typeface="Tahoma"/>
              </a:rPr>
              <a:t>a</a:t>
            </a:r>
            <a:r>
              <a:rPr sz="2700" b="1" spc="70" dirty="0">
                <a:solidFill>
                  <a:srgbClr val="FFFFFF"/>
                </a:solidFill>
                <a:latin typeface="Tahoma"/>
                <a:cs typeface="Tahoma"/>
              </a:rPr>
              <a:t> </a:t>
            </a:r>
            <a:r>
              <a:rPr sz="2700" b="1" spc="85" dirty="0">
                <a:solidFill>
                  <a:srgbClr val="FFFFFF"/>
                </a:solidFill>
                <a:latin typeface="Tahoma"/>
                <a:cs typeface="Tahoma"/>
              </a:rPr>
              <a:t>n</a:t>
            </a:r>
            <a:r>
              <a:rPr sz="2700" b="1" spc="70" dirty="0">
                <a:solidFill>
                  <a:srgbClr val="FFFFFF"/>
                </a:solidFill>
                <a:latin typeface="Tahoma"/>
                <a:cs typeface="Tahoma"/>
              </a:rPr>
              <a:t> </a:t>
            </a:r>
            <a:r>
              <a:rPr sz="2700" b="1" dirty="0">
                <a:solidFill>
                  <a:srgbClr val="FFFFFF"/>
                </a:solidFill>
                <a:latin typeface="Tahoma"/>
                <a:cs typeface="Tahoma"/>
              </a:rPr>
              <a:t>t</a:t>
            </a:r>
            <a:r>
              <a:rPr sz="2700" b="1" spc="65" dirty="0">
                <a:solidFill>
                  <a:srgbClr val="FFFFFF"/>
                </a:solidFill>
                <a:latin typeface="Tahoma"/>
                <a:cs typeface="Tahoma"/>
              </a:rPr>
              <a:t> </a:t>
            </a:r>
            <a:r>
              <a:rPr sz="2700" b="1" spc="60" dirty="0">
                <a:solidFill>
                  <a:srgbClr val="FFFFFF"/>
                </a:solidFill>
                <a:latin typeface="Tahoma"/>
                <a:cs typeface="Tahoma"/>
              </a:rPr>
              <a:t>e</a:t>
            </a:r>
            <a:r>
              <a:rPr sz="2700" b="1" spc="70" dirty="0">
                <a:solidFill>
                  <a:srgbClr val="FFFFFF"/>
                </a:solidFill>
                <a:latin typeface="Tahoma"/>
                <a:cs typeface="Tahoma"/>
              </a:rPr>
              <a:t> </a:t>
            </a:r>
            <a:r>
              <a:rPr sz="2700" b="1" spc="110" dirty="0">
                <a:solidFill>
                  <a:srgbClr val="FFFFFF"/>
                </a:solidFill>
                <a:latin typeface="Tahoma"/>
                <a:cs typeface="Tahoma"/>
              </a:rPr>
              <a:t>s</a:t>
            </a:r>
            <a:r>
              <a:rPr sz="2700" b="1" spc="70" dirty="0">
                <a:solidFill>
                  <a:srgbClr val="FFFFFF"/>
                </a:solidFill>
                <a:latin typeface="Tahoma"/>
                <a:cs typeface="Tahoma"/>
              </a:rPr>
              <a:t> </a:t>
            </a:r>
            <a:r>
              <a:rPr sz="2700" b="1" spc="-50" dirty="0">
                <a:solidFill>
                  <a:srgbClr val="FFFFFF"/>
                </a:solidFill>
                <a:latin typeface="Tahoma"/>
                <a:cs typeface="Tahoma"/>
              </a:rPr>
              <a:t>:</a:t>
            </a:r>
            <a:r>
              <a:rPr sz="2700" b="1" dirty="0">
                <a:solidFill>
                  <a:srgbClr val="FFFFFF"/>
                </a:solidFill>
                <a:latin typeface="Tahoma"/>
                <a:cs typeface="Tahoma"/>
              </a:rPr>
              <a:t>	</a:t>
            </a:r>
            <a:r>
              <a:rPr sz="2700" spc="585" dirty="0">
                <a:solidFill>
                  <a:srgbClr val="FFFFFF"/>
                </a:solidFill>
                <a:latin typeface="Lucida Sans Unicode"/>
                <a:cs typeface="Lucida Sans Unicode"/>
              </a:rPr>
              <a:t>J</a:t>
            </a:r>
            <a:r>
              <a:rPr sz="2700" spc="15" dirty="0">
                <a:solidFill>
                  <a:srgbClr val="FFFFFF"/>
                </a:solidFill>
                <a:latin typeface="Lucida Sans Unicode"/>
                <a:cs typeface="Lucida Sans Unicode"/>
              </a:rPr>
              <a:t> </a:t>
            </a:r>
            <a:r>
              <a:rPr sz="2700" spc="50" dirty="0">
                <a:solidFill>
                  <a:srgbClr val="FFFFFF"/>
                </a:solidFill>
                <a:latin typeface="Lucida Sans Unicode"/>
                <a:cs typeface="Lucida Sans Unicode"/>
              </a:rPr>
              <a:t>u</a:t>
            </a:r>
            <a:r>
              <a:rPr sz="2700" spc="15" dirty="0">
                <a:solidFill>
                  <a:srgbClr val="FFFFFF"/>
                </a:solidFill>
                <a:latin typeface="Lucida Sans Unicode"/>
                <a:cs typeface="Lucida Sans Unicode"/>
              </a:rPr>
              <a:t> </a:t>
            </a:r>
            <a:r>
              <a:rPr sz="2700" spc="325" dirty="0">
                <a:solidFill>
                  <a:srgbClr val="FFFFFF"/>
                </a:solidFill>
                <a:latin typeface="Lucida Sans Unicode"/>
                <a:cs typeface="Lucida Sans Unicode"/>
              </a:rPr>
              <a:t>a</a:t>
            </a:r>
            <a:r>
              <a:rPr sz="2700" spc="15" dirty="0">
                <a:solidFill>
                  <a:srgbClr val="FFFFFF"/>
                </a:solidFill>
                <a:latin typeface="Lucida Sans Unicode"/>
                <a:cs typeface="Lucida Sans Unicode"/>
              </a:rPr>
              <a:t> </a:t>
            </a:r>
            <a:r>
              <a:rPr sz="2700" dirty="0">
                <a:solidFill>
                  <a:srgbClr val="FFFFFF"/>
                </a:solidFill>
                <a:latin typeface="Lucida Sans Unicode"/>
                <a:cs typeface="Lucida Sans Unicode"/>
              </a:rPr>
              <a:t>n D</a:t>
            </a:r>
            <a:r>
              <a:rPr sz="2700" spc="-5" dirty="0">
                <a:solidFill>
                  <a:srgbClr val="FFFFFF"/>
                </a:solidFill>
                <a:latin typeface="Lucida Sans Unicode"/>
                <a:cs typeface="Lucida Sans Unicode"/>
              </a:rPr>
              <a:t> </a:t>
            </a:r>
            <a:r>
              <a:rPr sz="2700" spc="325" dirty="0">
                <a:solidFill>
                  <a:srgbClr val="FFFFFF"/>
                </a:solidFill>
                <a:latin typeface="Lucida Sans Unicode"/>
                <a:cs typeface="Lucida Sans Unicode"/>
              </a:rPr>
              <a:t>a</a:t>
            </a:r>
            <a:r>
              <a:rPr sz="2700" spc="-5" dirty="0">
                <a:solidFill>
                  <a:srgbClr val="FFFFFF"/>
                </a:solidFill>
                <a:latin typeface="Lucida Sans Unicode"/>
                <a:cs typeface="Lucida Sans Unicode"/>
              </a:rPr>
              <a:t> </a:t>
            </a:r>
            <a:r>
              <a:rPr sz="2700" spc="110" dirty="0">
                <a:solidFill>
                  <a:srgbClr val="FFFFFF"/>
                </a:solidFill>
                <a:latin typeface="Lucida Sans Unicode"/>
                <a:cs typeface="Lucida Sans Unicode"/>
              </a:rPr>
              <a:t>v</a:t>
            </a:r>
            <a:r>
              <a:rPr sz="2700" spc="-5" dirty="0">
                <a:solidFill>
                  <a:srgbClr val="FFFFFF"/>
                </a:solidFill>
                <a:latin typeface="Lucida Sans Unicode"/>
                <a:cs typeface="Lucida Sans Unicode"/>
              </a:rPr>
              <a:t> </a:t>
            </a:r>
            <a:r>
              <a:rPr sz="2700" dirty="0">
                <a:solidFill>
                  <a:srgbClr val="FFFFFF"/>
                </a:solidFill>
                <a:latin typeface="Lucida Sans Unicode"/>
                <a:cs typeface="Lucida Sans Unicode"/>
              </a:rPr>
              <a:t>i</a:t>
            </a:r>
            <a:r>
              <a:rPr sz="2700" spc="-5" dirty="0">
                <a:solidFill>
                  <a:srgbClr val="FFFFFF"/>
                </a:solidFill>
                <a:latin typeface="Lucida Sans Unicode"/>
                <a:cs typeface="Lucida Sans Unicode"/>
              </a:rPr>
              <a:t> </a:t>
            </a:r>
            <a:r>
              <a:rPr sz="2700" spc="114" dirty="0">
                <a:solidFill>
                  <a:srgbClr val="FFFFFF"/>
                </a:solidFill>
                <a:latin typeface="Lucida Sans Unicode"/>
                <a:cs typeface="Lucida Sans Unicode"/>
              </a:rPr>
              <a:t>d</a:t>
            </a:r>
            <a:r>
              <a:rPr sz="2700" spc="465" dirty="0">
                <a:solidFill>
                  <a:srgbClr val="FFFFFF"/>
                </a:solidFill>
                <a:latin typeface="Lucida Sans Unicode"/>
                <a:cs typeface="Lucida Sans Unicode"/>
              </a:rPr>
              <a:t>    </a:t>
            </a:r>
            <a:r>
              <a:rPr sz="2700" dirty="0">
                <a:solidFill>
                  <a:srgbClr val="FFFFFF"/>
                </a:solidFill>
                <a:latin typeface="Lucida Sans Unicode"/>
                <a:cs typeface="Lucida Sans Unicode"/>
              </a:rPr>
              <a:t>r</a:t>
            </a:r>
            <a:r>
              <a:rPr sz="2700" spc="5" dirty="0">
                <a:solidFill>
                  <a:srgbClr val="FFFFFF"/>
                </a:solidFill>
                <a:latin typeface="Lucida Sans Unicode"/>
                <a:cs typeface="Lucida Sans Unicode"/>
              </a:rPr>
              <a:t> </a:t>
            </a:r>
            <a:r>
              <a:rPr sz="2700" dirty="0">
                <a:solidFill>
                  <a:srgbClr val="FFFFFF"/>
                </a:solidFill>
                <a:latin typeface="Lucida Sans Unicode"/>
                <a:cs typeface="Lucida Sans Unicode"/>
              </a:rPr>
              <a:t>o</a:t>
            </a:r>
            <a:r>
              <a:rPr sz="2700" spc="-5" dirty="0">
                <a:solidFill>
                  <a:srgbClr val="FFFFFF"/>
                </a:solidFill>
                <a:latin typeface="Lucida Sans Unicode"/>
                <a:cs typeface="Lucida Sans Unicode"/>
              </a:rPr>
              <a:t> </a:t>
            </a:r>
            <a:r>
              <a:rPr sz="2700" dirty="0">
                <a:solidFill>
                  <a:srgbClr val="FFFFFF"/>
                </a:solidFill>
                <a:latin typeface="Lucida Sans Unicode"/>
                <a:cs typeface="Lucida Sans Unicode"/>
              </a:rPr>
              <a:t>j</a:t>
            </a:r>
            <a:r>
              <a:rPr sz="2700" spc="-5" dirty="0">
                <a:solidFill>
                  <a:srgbClr val="FFFFFF"/>
                </a:solidFill>
                <a:latin typeface="Lucida Sans Unicode"/>
                <a:cs typeface="Lucida Sans Unicode"/>
              </a:rPr>
              <a:t> </a:t>
            </a:r>
            <a:r>
              <a:rPr sz="2700" spc="325" dirty="0">
                <a:solidFill>
                  <a:srgbClr val="FFFFFF"/>
                </a:solidFill>
                <a:latin typeface="Lucida Sans Unicode"/>
                <a:cs typeface="Lucida Sans Unicode"/>
              </a:rPr>
              <a:t>a</a:t>
            </a:r>
            <a:r>
              <a:rPr sz="2700" dirty="0">
                <a:solidFill>
                  <a:srgbClr val="FFFFFF"/>
                </a:solidFill>
                <a:latin typeface="Lucida Sans Unicode"/>
                <a:cs typeface="Lucida Sans Unicode"/>
              </a:rPr>
              <a:t> s</a:t>
            </a:r>
            <a:r>
              <a:rPr sz="2700" spc="465" dirty="0">
                <a:solidFill>
                  <a:srgbClr val="FFFFFF"/>
                </a:solidFill>
                <a:latin typeface="Lucida Sans Unicode"/>
                <a:cs typeface="Lucida Sans Unicode"/>
              </a:rPr>
              <a:t>    </a:t>
            </a:r>
            <a:r>
              <a:rPr sz="2700" spc="114" dirty="0">
                <a:solidFill>
                  <a:srgbClr val="FFFFFF"/>
                </a:solidFill>
                <a:latin typeface="Lucida Sans Unicode"/>
                <a:cs typeface="Lucida Sans Unicode"/>
              </a:rPr>
              <a:t>p</a:t>
            </a:r>
            <a:r>
              <a:rPr sz="2700" spc="5" dirty="0">
                <a:solidFill>
                  <a:srgbClr val="FFFFFF"/>
                </a:solidFill>
                <a:latin typeface="Lucida Sans Unicode"/>
                <a:cs typeface="Lucida Sans Unicode"/>
              </a:rPr>
              <a:t> </a:t>
            </a:r>
            <a:r>
              <a:rPr sz="2700" dirty="0">
                <a:solidFill>
                  <a:srgbClr val="FFFFFF"/>
                </a:solidFill>
                <a:latin typeface="Lucida Sans Unicode"/>
                <a:cs typeface="Lucida Sans Unicode"/>
              </a:rPr>
              <a:t>i</a:t>
            </a:r>
            <a:r>
              <a:rPr sz="2700" spc="-5" dirty="0">
                <a:solidFill>
                  <a:srgbClr val="FFFFFF"/>
                </a:solidFill>
                <a:latin typeface="Lucida Sans Unicode"/>
                <a:cs typeface="Lucida Sans Unicode"/>
              </a:rPr>
              <a:t> </a:t>
            </a:r>
            <a:r>
              <a:rPr sz="2700" spc="50" dirty="0">
                <a:solidFill>
                  <a:srgbClr val="FFFFFF"/>
                </a:solidFill>
                <a:latin typeface="Lucida Sans Unicode"/>
                <a:cs typeface="Lucida Sans Unicode"/>
              </a:rPr>
              <a:t>n</a:t>
            </a:r>
            <a:r>
              <a:rPr sz="2700" spc="-5" dirty="0">
                <a:solidFill>
                  <a:srgbClr val="FFFFFF"/>
                </a:solidFill>
                <a:latin typeface="Lucida Sans Unicode"/>
                <a:cs typeface="Lucida Sans Unicode"/>
              </a:rPr>
              <a:t> </a:t>
            </a:r>
            <a:r>
              <a:rPr sz="2700" spc="165" dirty="0">
                <a:solidFill>
                  <a:srgbClr val="FFFFFF"/>
                </a:solidFill>
                <a:latin typeface="Lucida Sans Unicode"/>
                <a:cs typeface="Lucida Sans Unicode"/>
              </a:rPr>
              <a:t>e</a:t>
            </a:r>
            <a:r>
              <a:rPr sz="2700" spc="-5" dirty="0">
                <a:solidFill>
                  <a:srgbClr val="FFFFFF"/>
                </a:solidFill>
                <a:latin typeface="Lucida Sans Unicode"/>
                <a:cs typeface="Lucida Sans Unicode"/>
              </a:rPr>
              <a:t> </a:t>
            </a:r>
            <a:r>
              <a:rPr sz="2700" spc="114" dirty="0">
                <a:solidFill>
                  <a:srgbClr val="FFFFFF"/>
                </a:solidFill>
                <a:latin typeface="Lucida Sans Unicode"/>
                <a:cs typeface="Lucida Sans Unicode"/>
              </a:rPr>
              <a:t>d</a:t>
            </a:r>
            <a:r>
              <a:rPr sz="2700" spc="-5" dirty="0">
                <a:solidFill>
                  <a:srgbClr val="FFFFFF"/>
                </a:solidFill>
                <a:latin typeface="Lucida Sans Unicode"/>
                <a:cs typeface="Lucida Sans Unicode"/>
              </a:rPr>
              <a:t> </a:t>
            </a:r>
            <a:r>
              <a:rPr sz="2700" spc="325" dirty="0">
                <a:solidFill>
                  <a:srgbClr val="FFFFFF"/>
                </a:solidFill>
                <a:latin typeface="Lucida Sans Unicode"/>
                <a:cs typeface="Lucida Sans Unicode"/>
              </a:rPr>
              <a:t>a</a:t>
            </a:r>
            <a:r>
              <a:rPr sz="2700" spc="-5" dirty="0">
                <a:solidFill>
                  <a:srgbClr val="FFFFFF"/>
                </a:solidFill>
                <a:latin typeface="Lucida Sans Unicode"/>
                <a:cs typeface="Lucida Sans Unicode"/>
              </a:rPr>
              <a:t> </a:t>
            </a:r>
            <a:r>
              <a:rPr sz="2700" spc="-375" dirty="0">
                <a:solidFill>
                  <a:srgbClr val="FFFFFF"/>
                </a:solidFill>
                <a:latin typeface="Lucida Sans Unicode"/>
                <a:cs typeface="Lucida Sans Unicode"/>
              </a:rPr>
              <a:t>, </a:t>
            </a:r>
            <a:r>
              <a:rPr sz="2700" spc="200" dirty="0">
                <a:solidFill>
                  <a:srgbClr val="FFFFFF"/>
                </a:solidFill>
                <a:latin typeface="Lucida Sans Unicode"/>
                <a:cs typeface="Lucida Sans Unicode"/>
              </a:rPr>
              <a:t>C</a:t>
            </a:r>
            <a:r>
              <a:rPr sz="2700" spc="-15" dirty="0">
                <a:solidFill>
                  <a:srgbClr val="FFFFFF"/>
                </a:solidFill>
                <a:latin typeface="Lucida Sans Unicode"/>
                <a:cs typeface="Lucida Sans Unicode"/>
              </a:rPr>
              <a:t> </a:t>
            </a:r>
            <a:r>
              <a:rPr sz="2700" spc="325" dirty="0">
                <a:solidFill>
                  <a:srgbClr val="FFFFFF"/>
                </a:solidFill>
                <a:latin typeface="Lucida Sans Unicode"/>
                <a:cs typeface="Lucida Sans Unicode"/>
              </a:rPr>
              <a:t>a</a:t>
            </a:r>
            <a:r>
              <a:rPr sz="2700" spc="-10" dirty="0">
                <a:solidFill>
                  <a:srgbClr val="FFFFFF"/>
                </a:solidFill>
                <a:latin typeface="Lucida Sans Unicode"/>
                <a:cs typeface="Lucida Sans Unicode"/>
              </a:rPr>
              <a:t> </a:t>
            </a:r>
            <a:r>
              <a:rPr sz="2700" dirty="0">
                <a:solidFill>
                  <a:srgbClr val="FFFFFF"/>
                </a:solidFill>
                <a:latin typeface="Lucida Sans Unicode"/>
                <a:cs typeface="Lucida Sans Unicode"/>
              </a:rPr>
              <a:t>r</a:t>
            </a:r>
            <a:r>
              <a:rPr sz="2700" spc="-15" dirty="0">
                <a:solidFill>
                  <a:srgbClr val="FFFFFF"/>
                </a:solidFill>
                <a:latin typeface="Lucida Sans Unicode"/>
                <a:cs typeface="Lucida Sans Unicode"/>
              </a:rPr>
              <a:t> </a:t>
            </a:r>
            <a:r>
              <a:rPr sz="2700" dirty="0">
                <a:solidFill>
                  <a:srgbClr val="FFFFFF"/>
                </a:solidFill>
                <a:latin typeface="Lucida Sans Unicode"/>
                <a:cs typeface="Lucida Sans Unicode"/>
              </a:rPr>
              <a:t>l</a:t>
            </a:r>
            <a:r>
              <a:rPr sz="2700" spc="-10" dirty="0">
                <a:solidFill>
                  <a:srgbClr val="FFFFFF"/>
                </a:solidFill>
                <a:latin typeface="Lucida Sans Unicode"/>
                <a:cs typeface="Lucida Sans Unicode"/>
              </a:rPr>
              <a:t> </a:t>
            </a:r>
            <a:r>
              <a:rPr sz="2700" dirty="0">
                <a:solidFill>
                  <a:srgbClr val="FFFFFF"/>
                </a:solidFill>
                <a:latin typeface="Lucida Sans Unicode"/>
                <a:cs typeface="Lucida Sans Unicode"/>
              </a:rPr>
              <a:t>o</a:t>
            </a:r>
            <a:r>
              <a:rPr sz="2700" spc="-15" dirty="0">
                <a:solidFill>
                  <a:srgbClr val="FFFFFF"/>
                </a:solidFill>
                <a:latin typeface="Lucida Sans Unicode"/>
                <a:cs typeface="Lucida Sans Unicode"/>
              </a:rPr>
              <a:t> </a:t>
            </a:r>
            <a:r>
              <a:rPr sz="2700" dirty="0">
                <a:solidFill>
                  <a:srgbClr val="FFFFFF"/>
                </a:solidFill>
                <a:latin typeface="Lucida Sans Unicode"/>
                <a:cs typeface="Lucida Sans Unicode"/>
              </a:rPr>
              <a:t>s</a:t>
            </a:r>
            <a:r>
              <a:rPr sz="2700" spc="520" dirty="0">
                <a:solidFill>
                  <a:srgbClr val="FFFFFF"/>
                </a:solidFill>
                <a:latin typeface="Lucida Sans Unicode"/>
                <a:cs typeface="Lucida Sans Unicode"/>
              </a:rPr>
              <a:t>  </a:t>
            </a:r>
            <a:r>
              <a:rPr sz="2700" dirty="0">
                <a:solidFill>
                  <a:srgbClr val="FFFFFF"/>
                </a:solidFill>
                <a:latin typeface="Lucida Sans Unicode"/>
                <a:cs typeface="Lucida Sans Unicode"/>
              </a:rPr>
              <a:t>M</a:t>
            </a:r>
            <a:r>
              <a:rPr sz="2700" spc="-5" dirty="0">
                <a:solidFill>
                  <a:srgbClr val="FFFFFF"/>
                </a:solidFill>
                <a:latin typeface="Lucida Sans Unicode"/>
                <a:cs typeface="Lucida Sans Unicode"/>
              </a:rPr>
              <a:t> </a:t>
            </a:r>
            <a:r>
              <a:rPr sz="2700" spc="325" dirty="0">
                <a:solidFill>
                  <a:srgbClr val="FFFFFF"/>
                </a:solidFill>
                <a:latin typeface="Lucida Sans Unicode"/>
                <a:cs typeface="Lucida Sans Unicode"/>
              </a:rPr>
              <a:t>a</a:t>
            </a:r>
            <a:r>
              <a:rPr sz="2700" spc="-15" dirty="0">
                <a:solidFill>
                  <a:srgbClr val="FFFFFF"/>
                </a:solidFill>
                <a:latin typeface="Lucida Sans Unicode"/>
                <a:cs typeface="Lucida Sans Unicode"/>
              </a:rPr>
              <a:t> </a:t>
            </a:r>
            <a:r>
              <a:rPr sz="2700" spc="50" dirty="0">
                <a:solidFill>
                  <a:srgbClr val="FFFFFF"/>
                </a:solidFill>
                <a:latin typeface="Lucida Sans Unicode"/>
                <a:cs typeface="Lucida Sans Unicode"/>
              </a:rPr>
              <a:t>u</a:t>
            </a:r>
            <a:r>
              <a:rPr sz="2700" spc="-10" dirty="0">
                <a:solidFill>
                  <a:srgbClr val="FFFFFF"/>
                </a:solidFill>
                <a:latin typeface="Lucida Sans Unicode"/>
                <a:cs typeface="Lucida Sans Unicode"/>
              </a:rPr>
              <a:t> </a:t>
            </a:r>
            <a:r>
              <a:rPr sz="2700" dirty="0">
                <a:solidFill>
                  <a:srgbClr val="FFFFFF"/>
                </a:solidFill>
                <a:latin typeface="Lucida Sans Unicode"/>
                <a:cs typeface="Lucida Sans Unicode"/>
              </a:rPr>
              <a:t>r</a:t>
            </a:r>
            <a:r>
              <a:rPr sz="2700" spc="-15" dirty="0">
                <a:solidFill>
                  <a:srgbClr val="FFFFFF"/>
                </a:solidFill>
                <a:latin typeface="Lucida Sans Unicode"/>
                <a:cs typeface="Lucida Sans Unicode"/>
              </a:rPr>
              <a:t> </a:t>
            </a:r>
            <a:r>
              <a:rPr sz="2700" dirty="0">
                <a:solidFill>
                  <a:srgbClr val="FFFFFF"/>
                </a:solidFill>
                <a:latin typeface="Lucida Sans Unicode"/>
                <a:cs typeface="Lucida Sans Unicode"/>
              </a:rPr>
              <a:t>i</a:t>
            </a:r>
            <a:r>
              <a:rPr sz="2700" spc="-10" dirty="0">
                <a:solidFill>
                  <a:srgbClr val="FFFFFF"/>
                </a:solidFill>
                <a:latin typeface="Lucida Sans Unicode"/>
                <a:cs typeface="Lucida Sans Unicode"/>
              </a:rPr>
              <a:t> </a:t>
            </a:r>
            <a:r>
              <a:rPr sz="2700" spc="245" dirty="0">
                <a:solidFill>
                  <a:srgbClr val="FFFFFF"/>
                </a:solidFill>
                <a:latin typeface="Lucida Sans Unicode"/>
                <a:cs typeface="Lucida Sans Unicode"/>
              </a:rPr>
              <a:t>c</a:t>
            </a:r>
            <a:r>
              <a:rPr sz="2700" spc="-15" dirty="0">
                <a:solidFill>
                  <a:srgbClr val="FFFFFF"/>
                </a:solidFill>
                <a:latin typeface="Lucida Sans Unicode"/>
                <a:cs typeface="Lucida Sans Unicode"/>
              </a:rPr>
              <a:t> </a:t>
            </a:r>
            <a:r>
              <a:rPr sz="2700" dirty="0">
                <a:solidFill>
                  <a:srgbClr val="FFFFFF"/>
                </a:solidFill>
                <a:latin typeface="Lucida Sans Unicode"/>
                <a:cs typeface="Lucida Sans Unicode"/>
              </a:rPr>
              <a:t>i</a:t>
            </a:r>
            <a:r>
              <a:rPr sz="2700" spc="-10" dirty="0">
                <a:solidFill>
                  <a:srgbClr val="FFFFFF"/>
                </a:solidFill>
                <a:latin typeface="Lucida Sans Unicode"/>
                <a:cs typeface="Lucida Sans Unicode"/>
              </a:rPr>
              <a:t> </a:t>
            </a:r>
            <a:r>
              <a:rPr sz="2700" dirty="0">
                <a:solidFill>
                  <a:srgbClr val="FFFFFF"/>
                </a:solidFill>
                <a:latin typeface="Lucida Sans Unicode"/>
                <a:cs typeface="Lucida Sans Unicode"/>
              </a:rPr>
              <a:t>o</a:t>
            </a:r>
            <a:r>
              <a:rPr sz="2700" spc="520" dirty="0">
                <a:solidFill>
                  <a:srgbClr val="FFFFFF"/>
                </a:solidFill>
                <a:latin typeface="Lucida Sans Unicode"/>
                <a:cs typeface="Lucida Sans Unicode"/>
              </a:rPr>
              <a:t>  </a:t>
            </a:r>
            <a:r>
              <a:rPr sz="2700" dirty="0">
                <a:solidFill>
                  <a:srgbClr val="FFFFFF"/>
                </a:solidFill>
                <a:latin typeface="Lucida Sans Unicode"/>
                <a:cs typeface="Lucida Sans Unicode"/>
              </a:rPr>
              <a:t>M</a:t>
            </a:r>
            <a:r>
              <a:rPr sz="2700" spc="-10" dirty="0">
                <a:solidFill>
                  <a:srgbClr val="FFFFFF"/>
                </a:solidFill>
                <a:latin typeface="Lucida Sans Unicode"/>
                <a:cs typeface="Lucida Sans Unicode"/>
              </a:rPr>
              <a:t> </a:t>
            </a:r>
            <a:r>
              <a:rPr sz="2700" spc="325" dirty="0">
                <a:solidFill>
                  <a:srgbClr val="FFFFFF"/>
                </a:solidFill>
                <a:latin typeface="Lucida Sans Unicode"/>
                <a:cs typeface="Lucida Sans Unicode"/>
              </a:rPr>
              <a:t>a</a:t>
            </a:r>
            <a:r>
              <a:rPr sz="2700" spc="-10" dirty="0">
                <a:solidFill>
                  <a:srgbClr val="FFFFFF"/>
                </a:solidFill>
                <a:latin typeface="Lucida Sans Unicode"/>
                <a:cs typeface="Lucida Sans Unicode"/>
              </a:rPr>
              <a:t> </a:t>
            </a:r>
            <a:r>
              <a:rPr sz="2700" dirty="0">
                <a:solidFill>
                  <a:srgbClr val="FFFFFF"/>
                </a:solidFill>
                <a:latin typeface="Lucida Sans Unicode"/>
                <a:cs typeface="Lucida Sans Unicode"/>
              </a:rPr>
              <a:t>r</a:t>
            </a:r>
            <a:r>
              <a:rPr sz="2700" spc="-15" dirty="0">
                <a:solidFill>
                  <a:srgbClr val="FFFFFF"/>
                </a:solidFill>
                <a:latin typeface="Lucida Sans Unicode"/>
                <a:cs typeface="Lucida Sans Unicode"/>
              </a:rPr>
              <a:t> </a:t>
            </a:r>
            <a:r>
              <a:rPr sz="2700" dirty="0">
                <a:solidFill>
                  <a:srgbClr val="FFFFFF"/>
                </a:solidFill>
                <a:latin typeface="Lucida Sans Unicode"/>
                <a:cs typeface="Lucida Sans Unicode"/>
              </a:rPr>
              <a:t>í</a:t>
            </a:r>
            <a:r>
              <a:rPr sz="2700" spc="-10" dirty="0">
                <a:solidFill>
                  <a:srgbClr val="FFFFFF"/>
                </a:solidFill>
                <a:latin typeface="Lucida Sans Unicode"/>
                <a:cs typeface="Lucida Sans Unicode"/>
              </a:rPr>
              <a:t> </a:t>
            </a:r>
            <a:r>
              <a:rPr sz="2700" dirty="0">
                <a:solidFill>
                  <a:srgbClr val="FFFFFF"/>
                </a:solidFill>
                <a:latin typeface="Lucida Sans Unicode"/>
                <a:cs typeface="Lucida Sans Unicode"/>
              </a:rPr>
              <a:t>n</a:t>
            </a:r>
            <a:endParaRPr sz="2700">
              <a:latin typeface="Lucida Sans Unicode"/>
              <a:cs typeface="Lucida Sans Unicode"/>
            </a:endParaRPr>
          </a:p>
          <a:p>
            <a:pPr marL="12700" algn="just">
              <a:lnSpc>
                <a:spcPct val="100000"/>
              </a:lnSpc>
              <a:spcBef>
                <a:spcPts val="509"/>
              </a:spcBef>
            </a:pPr>
            <a:r>
              <a:rPr sz="2700" dirty="0">
                <a:solidFill>
                  <a:srgbClr val="FFFFFF"/>
                </a:solidFill>
                <a:latin typeface="Lucida Sans Unicode"/>
                <a:cs typeface="Lucida Sans Unicode"/>
              </a:rPr>
              <a:t>M</a:t>
            </a:r>
            <a:r>
              <a:rPr sz="2700" spc="-20" dirty="0">
                <a:solidFill>
                  <a:srgbClr val="FFFFFF"/>
                </a:solidFill>
                <a:latin typeface="Lucida Sans Unicode"/>
                <a:cs typeface="Lucida Sans Unicode"/>
              </a:rPr>
              <a:t> </a:t>
            </a:r>
            <a:r>
              <a:rPr sz="2700" spc="325" dirty="0">
                <a:solidFill>
                  <a:srgbClr val="FFFFFF"/>
                </a:solidFill>
                <a:latin typeface="Lucida Sans Unicode"/>
                <a:cs typeface="Lucida Sans Unicode"/>
              </a:rPr>
              <a:t>a</a:t>
            </a:r>
            <a:r>
              <a:rPr sz="2700" spc="-20" dirty="0">
                <a:solidFill>
                  <a:srgbClr val="FFFFFF"/>
                </a:solidFill>
                <a:latin typeface="Lucida Sans Unicode"/>
                <a:cs typeface="Lucida Sans Unicode"/>
              </a:rPr>
              <a:t> </a:t>
            </a:r>
            <a:r>
              <a:rPr sz="2700" dirty="0">
                <a:solidFill>
                  <a:srgbClr val="FFFFFF"/>
                </a:solidFill>
                <a:latin typeface="Lucida Sans Unicode"/>
                <a:cs typeface="Lucida Sans Unicode"/>
              </a:rPr>
              <a:t>r</a:t>
            </a:r>
            <a:r>
              <a:rPr sz="2700" spc="-20" dirty="0">
                <a:solidFill>
                  <a:srgbClr val="FFFFFF"/>
                </a:solidFill>
                <a:latin typeface="Lucida Sans Unicode"/>
                <a:cs typeface="Lucida Sans Unicode"/>
              </a:rPr>
              <a:t> </a:t>
            </a:r>
            <a:r>
              <a:rPr sz="2700" dirty="0">
                <a:solidFill>
                  <a:srgbClr val="FFFFFF"/>
                </a:solidFill>
                <a:latin typeface="Lucida Sans Unicode"/>
                <a:cs typeface="Lucida Sans Unicode"/>
              </a:rPr>
              <a:t>t</a:t>
            </a:r>
            <a:r>
              <a:rPr sz="2700" spc="-20" dirty="0">
                <a:solidFill>
                  <a:srgbClr val="FFFFFF"/>
                </a:solidFill>
                <a:latin typeface="Lucida Sans Unicode"/>
                <a:cs typeface="Lucida Sans Unicode"/>
              </a:rPr>
              <a:t> </a:t>
            </a:r>
            <a:r>
              <a:rPr sz="2700" dirty="0">
                <a:solidFill>
                  <a:srgbClr val="FFFFFF"/>
                </a:solidFill>
                <a:latin typeface="Lucida Sans Unicode"/>
                <a:cs typeface="Lucida Sans Unicode"/>
              </a:rPr>
              <a:t>í</a:t>
            </a:r>
            <a:r>
              <a:rPr sz="2700" spc="-20" dirty="0">
                <a:solidFill>
                  <a:srgbClr val="FFFFFF"/>
                </a:solidFill>
                <a:latin typeface="Lucida Sans Unicode"/>
                <a:cs typeface="Lucida Sans Unicode"/>
              </a:rPr>
              <a:t> </a:t>
            </a:r>
            <a:r>
              <a:rPr sz="2700" spc="50" dirty="0">
                <a:solidFill>
                  <a:srgbClr val="FFFFFF"/>
                </a:solidFill>
                <a:latin typeface="Lucida Sans Unicode"/>
                <a:cs typeface="Lucida Sans Unicode"/>
              </a:rPr>
              <a:t>n</a:t>
            </a:r>
            <a:r>
              <a:rPr sz="2700" spc="-20" dirty="0">
                <a:solidFill>
                  <a:srgbClr val="FFFFFF"/>
                </a:solidFill>
                <a:latin typeface="Lucida Sans Unicode"/>
                <a:cs typeface="Lucida Sans Unicode"/>
              </a:rPr>
              <a:t> </a:t>
            </a:r>
            <a:r>
              <a:rPr sz="2700" spc="165" dirty="0">
                <a:solidFill>
                  <a:srgbClr val="FFFFFF"/>
                </a:solidFill>
                <a:latin typeface="Lucida Sans Unicode"/>
                <a:cs typeface="Lucida Sans Unicode"/>
              </a:rPr>
              <a:t>e</a:t>
            </a:r>
            <a:r>
              <a:rPr sz="2700" spc="-20" dirty="0">
                <a:solidFill>
                  <a:srgbClr val="FFFFFF"/>
                </a:solidFill>
                <a:latin typeface="Lucida Sans Unicode"/>
                <a:cs typeface="Lucida Sans Unicode"/>
              </a:rPr>
              <a:t> </a:t>
            </a:r>
            <a:r>
              <a:rPr sz="2700" spc="-380" dirty="0">
                <a:solidFill>
                  <a:srgbClr val="FFFFFF"/>
                </a:solidFill>
                <a:latin typeface="Lucida Sans Unicode"/>
                <a:cs typeface="Lucida Sans Unicode"/>
              </a:rPr>
              <a:t>z</a:t>
            </a:r>
            <a:endParaRPr sz="2700">
              <a:latin typeface="Lucida Sans Unicode"/>
              <a:cs typeface="Lucida Sans Unicode"/>
            </a:endParaRPr>
          </a:p>
          <a:p>
            <a:pPr marL="12700" algn="just">
              <a:lnSpc>
                <a:spcPct val="100000"/>
              </a:lnSpc>
              <a:spcBef>
                <a:spcPts val="509"/>
              </a:spcBef>
            </a:pPr>
            <a:r>
              <a:rPr sz="2700" dirty="0">
                <a:solidFill>
                  <a:srgbClr val="FFFFFF"/>
                </a:solidFill>
                <a:latin typeface="Lucida Sans Unicode"/>
                <a:cs typeface="Lucida Sans Unicode"/>
              </a:rPr>
              <a:t>N</a:t>
            </a:r>
            <a:r>
              <a:rPr sz="2700" spc="-35" dirty="0">
                <a:solidFill>
                  <a:srgbClr val="FFFFFF"/>
                </a:solidFill>
                <a:latin typeface="Lucida Sans Unicode"/>
                <a:cs typeface="Lucida Sans Unicode"/>
              </a:rPr>
              <a:t> </a:t>
            </a:r>
            <a:r>
              <a:rPr sz="2700" dirty="0">
                <a:solidFill>
                  <a:srgbClr val="FFFFFF"/>
                </a:solidFill>
                <a:latin typeface="Lucida Sans Unicode"/>
                <a:cs typeface="Lucida Sans Unicode"/>
              </a:rPr>
              <a:t>o</a:t>
            </a:r>
            <a:r>
              <a:rPr sz="2700" spc="-30" dirty="0">
                <a:solidFill>
                  <a:srgbClr val="FFFFFF"/>
                </a:solidFill>
                <a:latin typeface="Lucida Sans Unicode"/>
                <a:cs typeface="Lucida Sans Unicode"/>
              </a:rPr>
              <a:t> </a:t>
            </a:r>
            <a:r>
              <a:rPr sz="2700" spc="110" dirty="0">
                <a:solidFill>
                  <a:srgbClr val="FFFFFF"/>
                </a:solidFill>
                <a:latin typeface="Lucida Sans Unicode"/>
                <a:cs typeface="Lucida Sans Unicode"/>
              </a:rPr>
              <a:t>v</a:t>
            </a:r>
            <a:r>
              <a:rPr sz="2700" spc="-30" dirty="0">
                <a:solidFill>
                  <a:srgbClr val="FFFFFF"/>
                </a:solidFill>
                <a:latin typeface="Lucida Sans Unicode"/>
                <a:cs typeface="Lucida Sans Unicode"/>
              </a:rPr>
              <a:t> </a:t>
            </a:r>
            <a:r>
              <a:rPr sz="2700" dirty="0">
                <a:solidFill>
                  <a:srgbClr val="FFFFFF"/>
                </a:solidFill>
                <a:latin typeface="Lucida Sans Unicode"/>
                <a:cs typeface="Lucida Sans Unicode"/>
              </a:rPr>
              <a:t>i</a:t>
            </a:r>
            <a:r>
              <a:rPr sz="2700" spc="-30" dirty="0">
                <a:solidFill>
                  <a:srgbClr val="FFFFFF"/>
                </a:solidFill>
                <a:latin typeface="Lucida Sans Unicode"/>
                <a:cs typeface="Lucida Sans Unicode"/>
              </a:rPr>
              <a:t> </a:t>
            </a:r>
            <a:r>
              <a:rPr sz="2700" spc="165" dirty="0">
                <a:solidFill>
                  <a:srgbClr val="FFFFFF"/>
                </a:solidFill>
                <a:latin typeface="Lucida Sans Unicode"/>
                <a:cs typeface="Lucida Sans Unicode"/>
              </a:rPr>
              <a:t>e</a:t>
            </a:r>
            <a:r>
              <a:rPr sz="2700" spc="-35" dirty="0">
                <a:solidFill>
                  <a:srgbClr val="FFFFFF"/>
                </a:solidFill>
                <a:latin typeface="Lucida Sans Unicode"/>
                <a:cs typeface="Lucida Sans Unicode"/>
              </a:rPr>
              <a:t> </a:t>
            </a:r>
            <a:r>
              <a:rPr sz="2700" spc="250" dirty="0">
                <a:solidFill>
                  <a:srgbClr val="FFFFFF"/>
                </a:solidFill>
                <a:latin typeface="Lucida Sans Unicode"/>
                <a:cs typeface="Lucida Sans Unicode"/>
              </a:rPr>
              <a:t>m</a:t>
            </a:r>
            <a:r>
              <a:rPr sz="2700" spc="-30" dirty="0">
                <a:solidFill>
                  <a:srgbClr val="FFFFFF"/>
                </a:solidFill>
                <a:latin typeface="Lucida Sans Unicode"/>
                <a:cs typeface="Lucida Sans Unicode"/>
              </a:rPr>
              <a:t> </a:t>
            </a:r>
            <a:r>
              <a:rPr sz="2700" spc="114" dirty="0">
                <a:solidFill>
                  <a:srgbClr val="FFFFFF"/>
                </a:solidFill>
                <a:latin typeface="Lucida Sans Unicode"/>
                <a:cs typeface="Lucida Sans Unicode"/>
              </a:rPr>
              <a:t>b</a:t>
            </a:r>
            <a:r>
              <a:rPr sz="2700" spc="-30" dirty="0">
                <a:solidFill>
                  <a:srgbClr val="FFFFFF"/>
                </a:solidFill>
                <a:latin typeface="Lucida Sans Unicode"/>
                <a:cs typeface="Lucida Sans Unicode"/>
              </a:rPr>
              <a:t> </a:t>
            </a:r>
            <a:r>
              <a:rPr sz="2700" dirty="0">
                <a:solidFill>
                  <a:srgbClr val="FFFFFF"/>
                </a:solidFill>
                <a:latin typeface="Lucida Sans Unicode"/>
                <a:cs typeface="Lucida Sans Unicode"/>
              </a:rPr>
              <a:t>r</a:t>
            </a:r>
            <a:r>
              <a:rPr sz="2700" spc="-30" dirty="0">
                <a:solidFill>
                  <a:srgbClr val="FFFFFF"/>
                </a:solidFill>
                <a:latin typeface="Lucida Sans Unicode"/>
                <a:cs typeface="Lucida Sans Unicode"/>
              </a:rPr>
              <a:t> </a:t>
            </a:r>
            <a:r>
              <a:rPr sz="2700" spc="165" dirty="0">
                <a:solidFill>
                  <a:srgbClr val="FFFFFF"/>
                </a:solidFill>
                <a:latin typeface="Lucida Sans Unicode"/>
                <a:cs typeface="Lucida Sans Unicode"/>
              </a:rPr>
              <a:t>e</a:t>
            </a:r>
            <a:r>
              <a:rPr sz="2700" spc="305" dirty="0">
                <a:solidFill>
                  <a:srgbClr val="FFFFFF"/>
                </a:solidFill>
                <a:latin typeface="Lucida Sans Unicode"/>
                <a:cs typeface="Lucida Sans Unicode"/>
              </a:rPr>
              <a:t>  </a:t>
            </a:r>
            <a:r>
              <a:rPr sz="2700" dirty="0">
                <a:solidFill>
                  <a:srgbClr val="FFFFFF"/>
                </a:solidFill>
                <a:latin typeface="Lucida Sans Unicode"/>
                <a:cs typeface="Lucida Sans Unicode"/>
              </a:rPr>
              <a:t>2</a:t>
            </a:r>
            <a:r>
              <a:rPr sz="2700" spc="-25" dirty="0">
                <a:solidFill>
                  <a:srgbClr val="FFFFFF"/>
                </a:solidFill>
                <a:latin typeface="Lucida Sans Unicode"/>
                <a:cs typeface="Lucida Sans Unicode"/>
              </a:rPr>
              <a:t> </a:t>
            </a:r>
            <a:r>
              <a:rPr sz="2700" dirty="0">
                <a:solidFill>
                  <a:srgbClr val="FFFFFF"/>
                </a:solidFill>
                <a:latin typeface="Lucida Sans Unicode"/>
                <a:cs typeface="Lucida Sans Unicode"/>
              </a:rPr>
              <a:t>0</a:t>
            </a:r>
            <a:r>
              <a:rPr sz="2700" spc="-35" dirty="0">
                <a:solidFill>
                  <a:srgbClr val="FFFFFF"/>
                </a:solidFill>
                <a:latin typeface="Lucida Sans Unicode"/>
                <a:cs typeface="Lucida Sans Unicode"/>
              </a:rPr>
              <a:t> </a:t>
            </a:r>
            <a:r>
              <a:rPr sz="2700" dirty="0">
                <a:solidFill>
                  <a:srgbClr val="FFFFFF"/>
                </a:solidFill>
                <a:latin typeface="Lucida Sans Unicode"/>
                <a:cs typeface="Lucida Sans Unicode"/>
              </a:rPr>
              <a:t>2</a:t>
            </a:r>
            <a:r>
              <a:rPr sz="2700" spc="-30" dirty="0">
                <a:solidFill>
                  <a:srgbClr val="FFFFFF"/>
                </a:solidFill>
                <a:latin typeface="Lucida Sans Unicode"/>
                <a:cs typeface="Lucida Sans Unicode"/>
              </a:rPr>
              <a:t> </a:t>
            </a:r>
            <a:r>
              <a:rPr sz="2700" spc="-50" dirty="0">
                <a:solidFill>
                  <a:srgbClr val="FFFFFF"/>
                </a:solidFill>
                <a:latin typeface="Lucida Sans Unicode"/>
                <a:cs typeface="Lucida Sans Unicode"/>
              </a:rPr>
              <a:t>5</a:t>
            </a:r>
            <a:endParaRPr sz="2700">
              <a:latin typeface="Lucida Sans Unicode"/>
              <a:cs typeface="Lucida Sans Unicod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226561" y="0"/>
            <a:ext cx="2061845" cy="374015"/>
          </a:xfrm>
          <a:custGeom>
            <a:avLst/>
            <a:gdLst/>
            <a:ahLst/>
            <a:cxnLst/>
            <a:rect l="l" t="t" r="r" b="b"/>
            <a:pathLst>
              <a:path w="2061844" h="374015">
                <a:moveTo>
                  <a:pt x="247334" y="373905"/>
                </a:moveTo>
                <a:lnTo>
                  <a:pt x="2061437" y="373905"/>
                </a:lnTo>
                <a:lnTo>
                  <a:pt x="2061437" y="0"/>
                </a:lnTo>
                <a:lnTo>
                  <a:pt x="0" y="0"/>
                </a:lnTo>
                <a:lnTo>
                  <a:pt x="1221" y="8498"/>
                </a:lnTo>
                <a:lnTo>
                  <a:pt x="3807" y="15383"/>
                </a:lnTo>
                <a:lnTo>
                  <a:pt x="7149" y="21323"/>
                </a:lnTo>
                <a:lnTo>
                  <a:pt x="10638" y="26875"/>
                </a:lnTo>
                <a:lnTo>
                  <a:pt x="151567" y="257129"/>
                </a:lnTo>
                <a:lnTo>
                  <a:pt x="207500" y="349492"/>
                </a:lnTo>
                <a:lnTo>
                  <a:pt x="216168" y="361124"/>
                </a:lnTo>
                <a:lnTo>
                  <a:pt x="226033" y="368809"/>
                </a:lnTo>
                <a:lnTo>
                  <a:pt x="237829" y="373050"/>
                </a:lnTo>
                <a:lnTo>
                  <a:pt x="247334" y="373905"/>
                </a:lnTo>
                <a:close/>
              </a:path>
            </a:pathLst>
          </a:custGeom>
          <a:solidFill>
            <a:srgbClr val="2E6FA2"/>
          </a:solidFill>
        </p:spPr>
        <p:txBody>
          <a:bodyPr wrap="square" lIns="0" tIns="0" rIns="0" bIns="0" rtlCol="0"/>
          <a:lstStyle/>
          <a:p>
            <a:endParaRPr/>
          </a:p>
        </p:txBody>
      </p:sp>
      <p:sp>
        <p:nvSpPr>
          <p:cNvPr id="3" name="object 3"/>
          <p:cNvSpPr/>
          <p:nvPr/>
        </p:nvSpPr>
        <p:spPr>
          <a:xfrm>
            <a:off x="16655000" y="701336"/>
            <a:ext cx="1633220" cy="374015"/>
          </a:xfrm>
          <a:custGeom>
            <a:avLst/>
            <a:gdLst/>
            <a:ahLst/>
            <a:cxnLst/>
            <a:rect l="l" t="t" r="r" b="b"/>
            <a:pathLst>
              <a:path w="1633219" h="374015">
                <a:moveTo>
                  <a:pt x="254644" y="373568"/>
                </a:moveTo>
                <a:lnTo>
                  <a:pt x="1632998" y="372892"/>
                </a:lnTo>
                <a:lnTo>
                  <a:pt x="1632998" y="0"/>
                </a:lnTo>
                <a:lnTo>
                  <a:pt x="0" y="0"/>
                </a:lnTo>
                <a:lnTo>
                  <a:pt x="2858" y="11519"/>
                </a:lnTo>
                <a:lnTo>
                  <a:pt x="7334" y="20940"/>
                </a:lnTo>
                <a:lnTo>
                  <a:pt x="17692" y="36841"/>
                </a:lnTo>
                <a:lnTo>
                  <a:pt x="152562" y="257408"/>
                </a:lnTo>
                <a:lnTo>
                  <a:pt x="206044" y="345908"/>
                </a:lnTo>
                <a:lnTo>
                  <a:pt x="215323" y="358655"/>
                </a:lnTo>
                <a:lnTo>
                  <a:pt x="225851" y="367255"/>
                </a:lnTo>
                <a:lnTo>
                  <a:pt x="238625" y="372096"/>
                </a:lnTo>
                <a:lnTo>
                  <a:pt x="254644" y="373568"/>
                </a:lnTo>
                <a:close/>
              </a:path>
            </a:pathLst>
          </a:custGeom>
          <a:solidFill>
            <a:srgbClr val="FFFFFF"/>
          </a:solidFill>
        </p:spPr>
        <p:txBody>
          <a:bodyPr wrap="square" lIns="0" tIns="0" rIns="0" bIns="0" rtlCol="0"/>
          <a:lstStyle/>
          <a:p>
            <a:endParaRPr/>
          </a:p>
        </p:txBody>
      </p:sp>
      <p:sp>
        <p:nvSpPr>
          <p:cNvPr id="4" name="object 4"/>
          <p:cNvSpPr/>
          <p:nvPr/>
        </p:nvSpPr>
        <p:spPr>
          <a:xfrm>
            <a:off x="17085262" y="1401664"/>
            <a:ext cx="1203325" cy="374650"/>
          </a:xfrm>
          <a:custGeom>
            <a:avLst/>
            <a:gdLst/>
            <a:ahLst/>
            <a:cxnLst/>
            <a:rect l="l" t="t" r="r" b="b"/>
            <a:pathLst>
              <a:path w="1203325" h="374650">
                <a:moveTo>
                  <a:pt x="232955" y="374025"/>
                </a:moveTo>
                <a:lnTo>
                  <a:pt x="243303" y="374128"/>
                </a:lnTo>
                <a:lnTo>
                  <a:pt x="248566" y="373456"/>
                </a:lnTo>
                <a:lnTo>
                  <a:pt x="254053" y="374016"/>
                </a:lnTo>
                <a:lnTo>
                  <a:pt x="1202736" y="374009"/>
                </a:lnTo>
                <a:lnTo>
                  <a:pt x="1202736" y="0"/>
                </a:lnTo>
                <a:lnTo>
                  <a:pt x="752" y="0"/>
                </a:lnTo>
                <a:lnTo>
                  <a:pt x="0" y="7534"/>
                </a:lnTo>
                <a:lnTo>
                  <a:pt x="1452" y="13410"/>
                </a:lnTo>
                <a:lnTo>
                  <a:pt x="4122" y="18235"/>
                </a:lnTo>
                <a:lnTo>
                  <a:pt x="7023" y="22620"/>
                </a:lnTo>
                <a:lnTo>
                  <a:pt x="185579" y="314635"/>
                </a:lnTo>
                <a:lnTo>
                  <a:pt x="210940" y="356435"/>
                </a:lnTo>
                <a:lnTo>
                  <a:pt x="217256" y="365042"/>
                </a:lnTo>
                <a:lnTo>
                  <a:pt x="224434" y="370951"/>
                </a:lnTo>
                <a:lnTo>
                  <a:pt x="232955" y="374025"/>
                </a:lnTo>
                <a:close/>
              </a:path>
            </a:pathLst>
          </a:custGeom>
          <a:solidFill>
            <a:srgbClr val="2E6FA2"/>
          </a:solidFill>
        </p:spPr>
        <p:txBody>
          <a:bodyPr wrap="square" lIns="0" tIns="0" rIns="0" bIns="0" rtlCol="0"/>
          <a:lstStyle/>
          <a:p>
            <a:endParaRPr/>
          </a:p>
        </p:txBody>
      </p:sp>
      <p:sp>
        <p:nvSpPr>
          <p:cNvPr id="5" name="object 5"/>
          <p:cNvSpPr/>
          <p:nvPr/>
        </p:nvSpPr>
        <p:spPr>
          <a:xfrm>
            <a:off x="17512214" y="2102973"/>
            <a:ext cx="775970" cy="374015"/>
          </a:xfrm>
          <a:custGeom>
            <a:avLst/>
            <a:gdLst/>
            <a:ahLst/>
            <a:cxnLst/>
            <a:rect l="l" t="t" r="r" b="b"/>
            <a:pathLst>
              <a:path w="775969" h="374014">
                <a:moveTo>
                  <a:pt x="252517" y="373527"/>
                </a:moveTo>
                <a:lnTo>
                  <a:pt x="775784" y="373195"/>
                </a:lnTo>
                <a:lnTo>
                  <a:pt x="775784" y="170"/>
                </a:lnTo>
                <a:lnTo>
                  <a:pt x="26427" y="251"/>
                </a:lnTo>
                <a:lnTo>
                  <a:pt x="14263" y="0"/>
                </a:lnTo>
                <a:lnTo>
                  <a:pt x="7483" y="944"/>
                </a:lnTo>
                <a:lnTo>
                  <a:pt x="0" y="3611"/>
                </a:lnTo>
                <a:lnTo>
                  <a:pt x="9124" y="22602"/>
                </a:lnTo>
                <a:lnTo>
                  <a:pt x="19414" y="40313"/>
                </a:lnTo>
                <a:lnTo>
                  <a:pt x="40761" y="74159"/>
                </a:lnTo>
                <a:lnTo>
                  <a:pt x="181515" y="304451"/>
                </a:lnTo>
                <a:lnTo>
                  <a:pt x="209404" y="350640"/>
                </a:lnTo>
                <a:lnTo>
                  <a:pt x="217841" y="361785"/>
                </a:lnTo>
                <a:lnTo>
                  <a:pt x="227433" y="368836"/>
                </a:lnTo>
                <a:lnTo>
                  <a:pt x="238788" y="372528"/>
                </a:lnTo>
                <a:lnTo>
                  <a:pt x="252517" y="373527"/>
                </a:lnTo>
                <a:close/>
              </a:path>
            </a:pathLst>
          </a:custGeom>
          <a:solidFill>
            <a:srgbClr val="FFFFFF"/>
          </a:solidFill>
        </p:spPr>
        <p:txBody>
          <a:bodyPr wrap="square" lIns="0" tIns="0" rIns="0" bIns="0" rtlCol="0"/>
          <a:lstStyle/>
          <a:p>
            <a:endParaRPr/>
          </a:p>
        </p:txBody>
      </p:sp>
      <p:grpSp>
        <p:nvGrpSpPr>
          <p:cNvPr id="6" name="object 6"/>
          <p:cNvGrpSpPr/>
          <p:nvPr/>
        </p:nvGrpSpPr>
        <p:grpSpPr>
          <a:xfrm>
            <a:off x="0" y="5418141"/>
            <a:ext cx="18288000" cy="4869180"/>
            <a:chOff x="0" y="5418141"/>
            <a:chExt cx="18288000" cy="4869180"/>
          </a:xfrm>
        </p:grpSpPr>
        <p:pic>
          <p:nvPicPr>
            <p:cNvPr id="7" name="object 7"/>
            <p:cNvPicPr/>
            <p:nvPr/>
          </p:nvPicPr>
          <p:blipFill>
            <a:blip r:embed="rId2" cstate="print"/>
            <a:stretch>
              <a:fillRect/>
            </a:stretch>
          </p:blipFill>
          <p:spPr>
            <a:xfrm>
              <a:off x="0" y="8954676"/>
              <a:ext cx="18287999" cy="1332323"/>
            </a:xfrm>
            <a:prstGeom prst="rect">
              <a:avLst/>
            </a:prstGeom>
          </p:spPr>
        </p:pic>
        <p:pic>
          <p:nvPicPr>
            <p:cNvPr id="8" name="object 8"/>
            <p:cNvPicPr/>
            <p:nvPr/>
          </p:nvPicPr>
          <p:blipFill>
            <a:blip r:embed="rId3" cstate="print"/>
            <a:stretch>
              <a:fillRect/>
            </a:stretch>
          </p:blipFill>
          <p:spPr>
            <a:xfrm>
              <a:off x="7576639" y="5418141"/>
              <a:ext cx="4648199" cy="3838574"/>
            </a:xfrm>
            <a:prstGeom prst="rect">
              <a:avLst/>
            </a:prstGeom>
          </p:spPr>
        </p:pic>
      </p:grpSp>
      <p:sp>
        <p:nvSpPr>
          <p:cNvPr id="9" name="object 9"/>
          <p:cNvSpPr txBox="1">
            <a:spLocks noGrp="1"/>
          </p:cNvSpPr>
          <p:nvPr>
            <p:ph type="title"/>
          </p:nvPr>
        </p:nvSpPr>
        <p:spPr>
          <a:xfrm>
            <a:off x="1353605" y="1766386"/>
            <a:ext cx="15580994" cy="2665601"/>
          </a:xfrm>
          <a:prstGeom prst="rect">
            <a:avLst/>
          </a:prstGeom>
        </p:spPr>
        <p:txBody>
          <a:bodyPr vert="horz" wrap="square" lIns="0" tIns="33019" rIns="0" bIns="0" rtlCol="0">
            <a:spAutoFit/>
          </a:bodyPr>
          <a:lstStyle/>
          <a:p>
            <a:pPr marL="12065" marR="5080" indent="-635" algn="ctr">
              <a:lnSpc>
                <a:spcPts val="5100"/>
              </a:lnSpc>
              <a:spcBef>
                <a:spcPts val="259"/>
              </a:spcBef>
            </a:pPr>
            <a:r>
              <a:rPr lang="es-ES" b="0" dirty="0"/>
              <a:t>¿Qué relación existe entre las concentraciones de monóxido de carbono (CO(GT)) y las lecturas de los sensores PT08.S1(CO) y PT08.S5(O₃) en las distintas condiciones de temperatura y humedad relativa?</a:t>
            </a:r>
            <a:endParaRPr sz="4300" dirty="0">
              <a:latin typeface="Georgia"/>
              <a:cs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9784142"/>
            <a:ext cx="74200" cy="163366"/>
          </a:xfrm>
          <a:prstGeom prst="rect">
            <a:avLst/>
          </a:prstGeom>
        </p:spPr>
      </p:pic>
      <p:pic>
        <p:nvPicPr>
          <p:cNvPr id="3" name="object 3"/>
          <p:cNvPicPr/>
          <p:nvPr/>
        </p:nvPicPr>
        <p:blipFill>
          <a:blip r:embed="rId3" cstate="print"/>
          <a:stretch>
            <a:fillRect/>
          </a:stretch>
        </p:blipFill>
        <p:spPr>
          <a:xfrm>
            <a:off x="203250" y="9783912"/>
            <a:ext cx="163826" cy="163826"/>
          </a:xfrm>
          <a:prstGeom prst="rect">
            <a:avLst/>
          </a:prstGeom>
        </p:spPr>
      </p:pic>
      <p:pic>
        <p:nvPicPr>
          <p:cNvPr id="4" name="object 4"/>
          <p:cNvPicPr/>
          <p:nvPr/>
        </p:nvPicPr>
        <p:blipFill>
          <a:blip r:embed="rId4" cstate="print"/>
          <a:stretch>
            <a:fillRect/>
          </a:stretch>
        </p:blipFill>
        <p:spPr>
          <a:xfrm>
            <a:off x="496086" y="9783912"/>
            <a:ext cx="163826" cy="163826"/>
          </a:xfrm>
          <a:prstGeom prst="rect">
            <a:avLst/>
          </a:prstGeom>
        </p:spPr>
      </p:pic>
      <p:pic>
        <p:nvPicPr>
          <p:cNvPr id="5" name="object 5"/>
          <p:cNvPicPr/>
          <p:nvPr/>
        </p:nvPicPr>
        <p:blipFill>
          <a:blip r:embed="rId3" cstate="print"/>
          <a:stretch>
            <a:fillRect/>
          </a:stretch>
        </p:blipFill>
        <p:spPr>
          <a:xfrm>
            <a:off x="788922" y="9783912"/>
            <a:ext cx="163826" cy="163826"/>
          </a:xfrm>
          <a:prstGeom prst="rect">
            <a:avLst/>
          </a:prstGeom>
        </p:spPr>
      </p:pic>
      <p:pic>
        <p:nvPicPr>
          <p:cNvPr id="6" name="object 6"/>
          <p:cNvPicPr/>
          <p:nvPr/>
        </p:nvPicPr>
        <p:blipFill>
          <a:blip r:embed="rId4" cstate="print"/>
          <a:stretch>
            <a:fillRect/>
          </a:stretch>
        </p:blipFill>
        <p:spPr>
          <a:xfrm>
            <a:off x="1081798" y="9783912"/>
            <a:ext cx="163826" cy="163826"/>
          </a:xfrm>
          <a:prstGeom prst="rect">
            <a:avLst/>
          </a:prstGeom>
        </p:spPr>
      </p:pic>
      <p:pic>
        <p:nvPicPr>
          <p:cNvPr id="7" name="object 7"/>
          <p:cNvPicPr/>
          <p:nvPr/>
        </p:nvPicPr>
        <p:blipFill>
          <a:blip r:embed="rId3" cstate="print"/>
          <a:stretch>
            <a:fillRect/>
          </a:stretch>
        </p:blipFill>
        <p:spPr>
          <a:xfrm>
            <a:off x="1374635" y="9783912"/>
            <a:ext cx="163826" cy="163826"/>
          </a:xfrm>
          <a:prstGeom prst="rect">
            <a:avLst/>
          </a:prstGeom>
        </p:spPr>
      </p:pic>
      <p:pic>
        <p:nvPicPr>
          <p:cNvPr id="8" name="object 8"/>
          <p:cNvPicPr/>
          <p:nvPr/>
        </p:nvPicPr>
        <p:blipFill>
          <a:blip r:embed="rId2" cstate="print"/>
          <a:stretch>
            <a:fillRect/>
          </a:stretch>
        </p:blipFill>
        <p:spPr>
          <a:xfrm>
            <a:off x="0" y="10064777"/>
            <a:ext cx="74200" cy="163366"/>
          </a:xfrm>
          <a:prstGeom prst="rect">
            <a:avLst/>
          </a:prstGeom>
        </p:spPr>
      </p:pic>
      <p:pic>
        <p:nvPicPr>
          <p:cNvPr id="9" name="object 9"/>
          <p:cNvPicPr/>
          <p:nvPr/>
        </p:nvPicPr>
        <p:blipFill>
          <a:blip r:embed="rId5" cstate="print"/>
          <a:stretch>
            <a:fillRect/>
          </a:stretch>
        </p:blipFill>
        <p:spPr>
          <a:xfrm>
            <a:off x="203250" y="10064546"/>
            <a:ext cx="163826" cy="163826"/>
          </a:xfrm>
          <a:prstGeom prst="rect">
            <a:avLst/>
          </a:prstGeom>
        </p:spPr>
      </p:pic>
      <p:pic>
        <p:nvPicPr>
          <p:cNvPr id="10" name="object 10"/>
          <p:cNvPicPr/>
          <p:nvPr/>
        </p:nvPicPr>
        <p:blipFill>
          <a:blip r:embed="rId6" cstate="print"/>
          <a:stretch>
            <a:fillRect/>
          </a:stretch>
        </p:blipFill>
        <p:spPr>
          <a:xfrm>
            <a:off x="496086" y="10064546"/>
            <a:ext cx="163826" cy="163826"/>
          </a:xfrm>
          <a:prstGeom prst="rect">
            <a:avLst/>
          </a:prstGeom>
        </p:spPr>
      </p:pic>
      <p:pic>
        <p:nvPicPr>
          <p:cNvPr id="11" name="object 11"/>
          <p:cNvPicPr/>
          <p:nvPr/>
        </p:nvPicPr>
        <p:blipFill>
          <a:blip r:embed="rId5" cstate="print"/>
          <a:stretch>
            <a:fillRect/>
          </a:stretch>
        </p:blipFill>
        <p:spPr>
          <a:xfrm>
            <a:off x="788922" y="10064546"/>
            <a:ext cx="163826" cy="163826"/>
          </a:xfrm>
          <a:prstGeom prst="rect">
            <a:avLst/>
          </a:prstGeom>
        </p:spPr>
      </p:pic>
      <p:pic>
        <p:nvPicPr>
          <p:cNvPr id="12" name="object 12"/>
          <p:cNvPicPr/>
          <p:nvPr/>
        </p:nvPicPr>
        <p:blipFill>
          <a:blip r:embed="rId6" cstate="print"/>
          <a:stretch>
            <a:fillRect/>
          </a:stretch>
        </p:blipFill>
        <p:spPr>
          <a:xfrm>
            <a:off x="1081798" y="10064546"/>
            <a:ext cx="163826" cy="163826"/>
          </a:xfrm>
          <a:prstGeom prst="rect">
            <a:avLst/>
          </a:prstGeom>
        </p:spPr>
      </p:pic>
      <p:pic>
        <p:nvPicPr>
          <p:cNvPr id="13" name="object 13"/>
          <p:cNvPicPr/>
          <p:nvPr/>
        </p:nvPicPr>
        <p:blipFill>
          <a:blip r:embed="rId5" cstate="print"/>
          <a:stretch>
            <a:fillRect/>
          </a:stretch>
        </p:blipFill>
        <p:spPr>
          <a:xfrm>
            <a:off x="1374635" y="10064546"/>
            <a:ext cx="163826" cy="163826"/>
          </a:xfrm>
          <a:prstGeom prst="rect">
            <a:avLst/>
          </a:prstGeom>
        </p:spPr>
      </p:pic>
      <p:sp>
        <p:nvSpPr>
          <p:cNvPr id="14" name="object 14"/>
          <p:cNvSpPr/>
          <p:nvPr/>
        </p:nvSpPr>
        <p:spPr>
          <a:xfrm>
            <a:off x="16751777" y="0"/>
            <a:ext cx="1536700" cy="245110"/>
          </a:xfrm>
          <a:custGeom>
            <a:avLst/>
            <a:gdLst/>
            <a:ahLst/>
            <a:cxnLst/>
            <a:rect l="l" t="t" r="r" b="b"/>
            <a:pathLst>
              <a:path w="1536700" h="245110">
                <a:moveTo>
                  <a:pt x="162021" y="245028"/>
                </a:moveTo>
                <a:lnTo>
                  <a:pt x="1536221" y="245028"/>
                </a:lnTo>
                <a:lnTo>
                  <a:pt x="1536221" y="0"/>
                </a:lnTo>
                <a:lnTo>
                  <a:pt x="0" y="0"/>
                </a:lnTo>
                <a:lnTo>
                  <a:pt x="293" y="8219"/>
                </a:lnTo>
                <a:lnTo>
                  <a:pt x="4036" y="12768"/>
                </a:lnTo>
                <a:lnTo>
                  <a:pt x="6971" y="17612"/>
                </a:lnTo>
                <a:lnTo>
                  <a:pt x="110356" y="186644"/>
                </a:lnTo>
                <a:lnTo>
                  <a:pt x="135982" y="229034"/>
                </a:lnTo>
                <a:lnTo>
                  <a:pt x="141662" y="236657"/>
                </a:lnTo>
                <a:lnTo>
                  <a:pt x="148127" y="241693"/>
                </a:lnTo>
                <a:lnTo>
                  <a:pt x="155858" y="244473"/>
                </a:lnTo>
                <a:lnTo>
                  <a:pt x="162021" y="245028"/>
                </a:lnTo>
                <a:close/>
              </a:path>
            </a:pathLst>
          </a:custGeom>
          <a:solidFill>
            <a:srgbClr val="2E6FA2"/>
          </a:solidFill>
        </p:spPr>
        <p:txBody>
          <a:bodyPr wrap="square" lIns="0" tIns="0" rIns="0" bIns="0" rtlCol="0"/>
          <a:lstStyle/>
          <a:p>
            <a:endParaRPr/>
          </a:p>
        </p:txBody>
      </p:sp>
      <p:sp>
        <p:nvSpPr>
          <p:cNvPr id="15" name="object 15"/>
          <p:cNvSpPr/>
          <p:nvPr/>
        </p:nvSpPr>
        <p:spPr>
          <a:xfrm>
            <a:off x="17032549" y="459610"/>
            <a:ext cx="1256030" cy="245110"/>
          </a:xfrm>
          <a:custGeom>
            <a:avLst/>
            <a:gdLst/>
            <a:ahLst/>
            <a:cxnLst/>
            <a:rect l="l" t="t" r="r" b="b"/>
            <a:pathLst>
              <a:path w="1256030" h="245109">
                <a:moveTo>
                  <a:pt x="166877" y="244812"/>
                </a:moveTo>
                <a:lnTo>
                  <a:pt x="315262" y="244372"/>
                </a:lnTo>
                <a:lnTo>
                  <a:pt x="1255450" y="244364"/>
                </a:lnTo>
                <a:lnTo>
                  <a:pt x="1255450" y="0"/>
                </a:lnTo>
                <a:lnTo>
                  <a:pt x="0" y="0"/>
                </a:lnTo>
                <a:lnTo>
                  <a:pt x="1873" y="7549"/>
                </a:lnTo>
                <a:lnTo>
                  <a:pt x="4806" y="13722"/>
                </a:lnTo>
                <a:lnTo>
                  <a:pt x="11594" y="24143"/>
                </a:lnTo>
                <a:lnTo>
                  <a:pt x="85873" y="145542"/>
                </a:lnTo>
                <a:lnTo>
                  <a:pt x="110531" y="186065"/>
                </a:lnTo>
                <a:lnTo>
                  <a:pt x="135028" y="226686"/>
                </a:lnTo>
                <a:lnTo>
                  <a:pt x="141109" y="235039"/>
                </a:lnTo>
                <a:lnTo>
                  <a:pt x="148008" y="240675"/>
                </a:lnTo>
                <a:lnTo>
                  <a:pt x="156380" y="243848"/>
                </a:lnTo>
                <a:lnTo>
                  <a:pt x="166877" y="244812"/>
                </a:lnTo>
                <a:close/>
              </a:path>
            </a:pathLst>
          </a:custGeom>
          <a:solidFill>
            <a:srgbClr val="FFFFFF"/>
          </a:solidFill>
        </p:spPr>
        <p:txBody>
          <a:bodyPr wrap="square" lIns="0" tIns="0" rIns="0" bIns="0" rtlCol="0"/>
          <a:lstStyle/>
          <a:p>
            <a:endParaRPr/>
          </a:p>
        </p:txBody>
      </p:sp>
      <p:sp>
        <p:nvSpPr>
          <p:cNvPr id="16" name="object 16"/>
          <p:cNvSpPr/>
          <p:nvPr/>
        </p:nvSpPr>
        <p:spPr>
          <a:xfrm>
            <a:off x="17313101" y="918560"/>
            <a:ext cx="975360" cy="245745"/>
          </a:xfrm>
          <a:custGeom>
            <a:avLst/>
            <a:gdLst/>
            <a:ahLst/>
            <a:cxnLst/>
            <a:rect l="l" t="t" r="r" b="b"/>
            <a:pathLst>
              <a:path w="975359" h="245744">
                <a:moveTo>
                  <a:pt x="154078" y="245112"/>
                </a:moveTo>
                <a:lnTo>
                  <a:pt x="160860" y="245179"/>
                </a:lnTo>
                <a:lnTo>
                  <a:pt x="164309" y="244739"/>
                </a:lnTo>
                <a:lnTo>
                  <a:pt x="167905" y="245106"/>
                </a:lnTo>
                <a:lnTo>
                  <a:pt x="974899" y="245095"/>
                </a:lnTo>
                <a:lnTo>
                  <a:pt x="974899" y="0"/>
                </a:lnTo>
                <a:lnTo>
                  <a:pt x="1908" y="0"/>
                </a:lnTo>
                <a:lnTo>
                  <a:pt x="0" y="7485"/>
                </a:lnTo>
                <a:lnTo>
                  <a:pt x="3669" y="11008"/>
                </a:lnTo>
                <a:lnTo>
                  <a:pt x="113037" y="189769"/>
                </a:lnTo>
                <a:lnTo>
                  <a:pt x="139651" y="233585"/>
                </a:lnTo>
                <a:lnTo>
                  <a:pt x="143791" y="239225"/>
                </a:lnTo>
                <a:lnTo>
                  <a:pt x="148494" y="243097"/>
                </a:lnTo>
                <a:lnTo>
                  <a:pt x="154078" y="245112"/>
                </a:lnTo>
                <a:close/>
              </a:path>
            </a:pathLst>
          </a:custGeom>
          <a:solidFill>
            <a:srgbClr val="2E6FA2"/>
          </a:solidFill>
        </p:spPr>
        <p:txBody>
          <a:bodyPr wrap="square" lIns="0" tIns="0" rIns="0" bIns="0" rtlCol="0"/>
          <a:lstStyle/>
          <a:p>
            <a:endParaRPr/>
          </a:p>
        </p:txBody>
      </p:sp>
      <p:sp>
        <p:nvSpPr>
          <p:cNvPr id="17" name="object 17"/>
          <p:cNvSpPr/>
          <p:nvPr/>
        </p:nvSpPr>
        <p:spPr>
          <a:xfrm>
            <a:off x="17594312" y="1377217"/>
            <a:ext cx="694055" cy="246379"/>
          </a:xfrm>
          <a:custGeom>
            <a:avLst/>
            <a:gdLst/>
            <a:ahLst/>
            <a:cxnLst/>
            <a:rect l="l" t="t" r="r" b="b"/>
            <a:pathLst>
              <a:path w="694055" h="246380">
                <a:moveTo>
                  <a:pt x="165483" y="245766"/>
                </a:moveTo>
                <a:lnTo>
                  <a:pt x="693687" y="245469"/>
                </a:lnTo>
                <a:lnTo>
                  <a:pt x="693687" y="1037"/>
                </a:lnTo>
                <a:lnTo>
                  <a:pt x="12255" y="1027"/>
                </a:lnTo>
                <a:lnTo>
                  <a:pt x="6898" y="0"/>
                </a:lnTo>
                <a:lnTo>
                  <a:pt x="0" y="3302"/>
                </a:lnTo>
                <a:lnTo>
                  <a:pt x="5979" y="15748"/>
                </a:lnTo>
                <a:lnTo>
                  <a:pt x="12723" y="27354"/>
                </a:lnTo>
                <a:lnTo>
                  <a:pt x="26712" y="49534"/>
                </a:lnTo>
                <a:lnTo>
                  <a:pt x="109765" y="185343"/>
                </a:lnTo>
                <a:lnTo>
                  <a:pt x="137230" y="230722"/>
                </a:lnTo>
                <a:lnTo>
                  <a:pt x="142759" y="238026"/>
                </a:lnTo>
                <a:lnTo>
                  <a:pt x="149045" y="242647"/>
                </a:lnTo>
                <a:lnTo>
                  <a:pt x="156486" y="245067"/>
                </a:lnTo>
                <a:lnTo>
                  <a:pt x="165483" y="245766"/>
                </a:lnTo>
                <a:close/>
              </a:path>
            </a:pathLst>
          </a:custGeom>
          <a:solidFill>
            <a:srgbClr val="FFFFFF"/>
          </a:solidFill>
        </p:spPr>
        <p:txBody>
          <a:bodyPr wrap="square" lIns="0" tIns="0" rIns="0" bIns="0" rtlCol="0"/>
          <a:lstStyle/>
          <a:p>
            <a:endParaRPr/>
          </a:p>
        </p:txBody>
      </p:sp>
      <p:sp>
        <p:nvSpPr>
          <p:cNvPr id="21" name="object 21"/>
          <p:cNvSpPr txBox="1">
            <a:spLocks noGrp="1"/>
          </p:cNvSpPr>
          <p:nvPr>
            <p:ph type="title"/>
          </p:nvPr>
        </p:nvSpPr>
        <p:spPr>
          <a:xfrm>
            <a:off x="5791150" y="222624"/>
            <a:ext cx="6705600" cy="864869"/>
          </a:xfrm>
          <a:prstGeom prst="rect">
            <a:avLst/>
          </a:prstGeom>
        </p:spPr>
        <p:txBody>
          <a:bodyPr vert="horz" wrap="square" lIns="0" tIns="13335" rIns="0" bIns="0" rtlCol="0">
            <a:spAutoFit/>
          </a:bodyPr>
          <a:lstStyle/>
          <a:p>
            <a:pPr marL="12700">
              <a:lnSpc>
                <a:spcPct val="100000"/>
              </a:lnSpc>
              <a:spcBef>
                <a:spcPts val="105"/>
              </a:spcBef>
            </a:pPr>
            <a:r>
              <a:rPr sz="5500" spc="145" dirty="0"/>
              <a:t>Método</a:t>
            </a:r>
            <a:r>
              <a:rPr sz="5500" spc="-130" dirty="0"/>
              <a:t> </a:t>
            </a:r>
            <a:r>
              <a:rPr sz="5500" spc="235" dirty="0"/>
              <a:t>de</a:t>
            </a:r>
            <a:r>
              <a:rPr sz="5500" spc="-130" dirty="0"/>
              <a:t> </a:t>
            </a:r>
            <a:r>
              <a:rPr sz="5500" spc="345" dirty="0"/>
              <a:t>regresión</a:t>
            </a:r>
            <a:endParaRPr sz="5500"/>
          </a:p>
        </p:txBody>
      </p:sp>
      <p:sp>
        <p:nvSpPr>
          <p:cNvPr id="22" name="object 22"/>
          <p:cNvSpPr/>
          <p:nvPr/>
        </p:nvSpPr>
        <p:spPr>
          <a:xfrm>
            <a:off x="11126143" y="2264664"/>
            <a:ext cx="6776720" cy="7226114"/>
          </a:xfrm>
          <a:custGeom>
            <a:avLst/>
            <a:gdLst/>
            <a:ahLst/>
            <a:cxnLst/>
            <a:rect l="l" t="t" r="r" b="b"/>
            <a:pathLst>
              <a:path w="6776719" h="6430009">
                <a:moveTo>
                  <a:pt x="6290477" y="6429979"/>
                </a:moveTo>
                <a:lnTo>
                  <a:pt x="485774" y="6429979"/>
                </a:lnTo>
                <a:lnTo>
                  <a:pt x="437762" y="6427602"/>
                </a:lnTo>
                <a:lnTo>
                  <a:pt x="390562" y="6420558"/>
                </a:lnTo>
                <a:lnTo>
                  <a:pt x="344494" y="6408981"/>
                </a:lnTo>
                <a:lnTo>
                  <a:pt x="299876" y="6393001"/>
                </a:lnTo>
                <a:lnTo>
                  <a:pt x="257028" y="6372751"/>
                </a:lnTo>
                <a:lnTo>
                  <a:pt x="216266" y="6348363"/>
                </a:lnTo>
                <a:lnTo>
                  <a:pt x="177911" y="6319968"/>
                </a:lnTo>
                <a:lnTo>
                  <a:pt x="142280" y="6287698"/>
                </a:lnTo>
                <a:lnTo>
                  <a:pt x="110010" y="6252067"/>
                </a:lnTo>
                <a:lnTo>
                  <a:pt x="81615" y="6213712"/>
                </a:lnTo>
                <a:lnTo>
                  <a:pt x="57227" y="6172950"/>
                </a:lnTo>
                <a:lnTo>
                  <a:pt x="36977" y="6130101"/>
                </a:lnTo>
                <a:lnTo>
                  <a:pt x="20997" y="6085484"/>
                </a:lnTo>
                <a:lnTo>
                  <a:pt x="9420" y="6039416"/>
                </a:lnTo>
                <a:lnTo>
                  <a:pt x="2377" y="5992216"/>
                </a:lnTo>
                <a:lnTo>
                  <a:pt x="0" y="5944204"/>
                </a:lnTo>
                <a:lnTo>
                  <a:pt x="0" y="485774"/>
                </a:lnTo>
                <a:lnTo>
                  <a:pt x="2377" y="437762"/>
                </a:lnTo>
                <a:lnTo>
                  <a:pt x="9420" y="390562"/>
                </a:lnTo>
                <a:lnTo>
                  <a:pt x="20997" y="344494"/>
                </a:lnTo>
                <a:lnTo>
                  <a:pt x="36977" y="299876"/>
                </a:lnTo>
                <a:lnTo>
                  <a:pt x="57227" y="257028"/>
                </a:lnTo>
                <a:lnTo>
                  <a:pt x="81615" y="216266"/>
                </a:lnTo>
                <a:lnTo>
                  <a:pt x="110010" y="177911"/>
                </a:lnTo>
                <a:lnTo>
                  <a:pt x="142280" y="142280"/>
                </a:lnTo>
                <a:lnTo>
                  <a:pt x="177911" y="110010"/>
                </a:lnTo>
                <a:lnTo>
                  <a:pt x="216266" y="81615"/>
                </a:lnTo>
                <a:lnTo>
                  <a:pt x="257028" y="57227"/>
                </a:lnTo>
                <a:lnTo>
                  <a:pt x="299876" y="36977"/>
                </a:lnTo>
                <a:lnTo>
                  <a:pt x="344494" y="20997"/>
                </a:lnTo>
                <a:lnTo>
                  <a:pt x="390562" y="9420"/>
                </a:lnTo>
                <a:lnTo>
                  <a:pt x="437762" y="2377"/>
                </a:lnTo>
                <a:lnTo>
                  <a:pt x="485774" y="0"/>
                </a:lnTo>
                <a:lnTo>
                  <a:pt x="6290477" y="0"/>
                </a:lnTo>
                <a:lnTo>
                  <a:pt x="6338490" y="2377"/>
                </a:lnTo>
                <a:lnTo>
                  <a:pt x="6385690" y="9420"/>
                </a:lnTo>
                <a:lnTo>
                  <a:pt x="6431758" y="20997"/>
                </a:lnTo>
                <a:lnTo>
                  <a:pt x="6476375" y="36977"/>
                </a:lnTo>
                <a:lnTo>
                  <a:pt x="6519224" y="57227"/>
                </a:lnTo>
                <a:lnTo>
                  <a:pt x="6559985" y="81615"/>
                </a:lnTo>
                <a:lnTo>
                  <a:pt x="6598341" y="110010"/>
                </a:lnTo>
                <a:lnTo>
                  <a:pt x="6633972" y="142280"/>
                </a:lnTo>
                <a:lnTo>
                  <a:pt x="6666241" y="177911"/>
                </a:lnTo>
                <a:lnTo>
                  <a:pt x="6694636" y="216266"/>
                </a:lnTo>
                <a:lnTo>
                  <a:pt x="6719025" y="257028"/>
                </a:lnTo>
                <a:lnTo>
                  <a:pt x="6739275" y="299876"/>
                </a:lnTo>
                <a:lnTo>
                  <a:pt x="6755255" y="344494"/>
                </a:lnTo>
                <a:lnTo>
                  <a:pt x="6766832" y="390562"/>
                </a:lnTo>
                <a:lnTo>
                  <a:pt x="6773875" y="437762"/>
                </a:lnTo>
                <a:lnTo>
                  <a:pt x="6776252" y="485774"/>
                </a:lnTo>
                <a:lnTo>
                  <a:pt x="6776252" y="5944204"/>
                </a:lnTo>
                <a:lnTo>
                  <a:pt x="6773875" y="5992216"/>
                </a:lnTo>
                <a:lnTo>
                  <a:pt x="6766832" y="6039416"/>
                </a:lnTo>
                <a:lnTo>
                  <a:pt x="6755255" y="6085484"/>
                </a:lnTo>
                <a:lnTo>
                  <a:pt x="6739275" y="6130101"/>
                </a:lnTo>
                <a:lnTo>
                  <a:pt x="6719025" y="6172950"/>
                </a:lnTo>
                <a:lnTo>
                  <a:pt x="6694636" y="6213712"/>
                </a:lnTo>
                <a:lnTo>
                  <a:pt x="6666241" y="6252067"/>
                </a:lnTo>
                <a:lnTo>
                  <a:pt x="6633972" y="6287698"/>
                </a:lnTo>
                <a:lnTo>
                  <a:pt x="6598341" y="6319968"/>
                </a:lnTo>
                <a:lnTo>
                  <a:pt x="6559985" y="6348363"/>
                </a:lnTo>
                <a:lnTo>
                  <a:pt x="6519224" y="6372751"/>
                </a:lnTo>
                <a:lnTo>
                  <a:pt x="6476375" y="6393001"/>
                </a:lnTo>
                <a:lnTo>
                  <a:pt x="6431758" y="6408981"/>
                </a:lnTo>
                <a:lnTo>
                  <a:pt x="6385690" y="6420558"/>
                </a:lnTo>
                <a:lnTo>
                  <a:pt x="6338490" y="6427602"/>
                </a:lnTo>
                <a:lnTo>
                  <a:pt x="6290477" y="6429979"/>
                </a:lnTo>
                <a:close/>
              </a:path>
            </a:pathLst>
          </a:custGeom>
          <a:solidFill>
            <a:srgbClr val="CACBCB">
              <a:alpha val="90998"/>
            </a:srgbClr>
          </a:solidFill>
        </p:spPr>
        <p:txBody>
          <a:bodyPr wrap="square" lIns="0" tIns="0" rIns="0" bIns="0" rtlCol="0"/>
          <a:lstStyle/>
          <a:p>
            <a:endParaRPr/>
          </a:p>
        </p:txBody>
      </p:sp>
      <p:pic>
        <p:nvPicPr>
          <p:cNvPr id="23" name="object 23"/>
          <p:cNvPicPr/>
          <p:nvPr/>
        </p:nvPicPr>
        <p:blipFill>
          <a:blip r:embed="rId7" cstate="print"/>
          <a:stretch>
            <a:fillRect/>
          </a:stretch>
        </p:blipFill>
        <p:spPr>
          <a:xfrm>
            <a:off x="0" y="8954675"/>
            <a:ext cx="18287999" cy="1332323"/>
          </a:xfrm>
          <a:prstGeom prst="rect">
            <a:avLst/>
          </a:prstGeom>
        </p:spPr>
      </p:pic>
      <p:sp>
        <p:nvSpPr>
          <p:cNvPr id="24" name="object 24"/>
          <p:cNvSpPr txBox="1"/>
          <p:nvPr/>
        </p:nvSpPr>
        <p:spPr>
          <a:xfrm>
            <a:off x="11386808" y="2293852"/>
            <a:ext cx="6255385" cy="7141699"/>
          </a:xfrm>
          <a:prstGeom prst="rect">
            <a:avLst/>
          </a:prstGeom>
        </p:spPr>
        <p:txBody>
          <a:bodyPr vert="horz" wrap="square" lIns="0" tIns="12700" rIns="0" bIns="0" rtlCol="0">
            <a:spAutoFit/>
          </a:bodyPr>
          <a:lstStyle/>
          <a:p>
            <a:pPr marL="12700" marR="5080" algn="l">
              <a:lnSpc>
                <a:spcPct val="116500"/>
              </a:lnSpc>
              <a:spcBef>
                <a:spcPts val="100"/>
              </a:spcBef>
            </a:pPr>
            <a:r>
              <a:rPr lang="es-ES" sz="2200" dirty="0">
                <a:latin typeface="Lucida Sans Unicode"/>
                <a:cs typeface="Lucida Sans Unicode"/>
              </a:rPr>
              <a:t>El mapa de calor muestra que todas las columnas principales del </a:t>
            </a:r>
            <a:r>
              <a:rPr lang="es-ES" sz="2200" dirty="0" err="1">
                <a:latin typeface="Lucida Sans Unicode"/>
                <a:cs typeface="Lucida Sans Unicode"/>
              </a:rPr>
              <a:t>dataset</a:t>
            </a:r>
            <a:r>
              <a:rPr lang="es-ES" sz="2200" dirty="0">
                <a:latin typeface="Lucida Sans Unicode"/>
                <a:cs typeface="Lucida Sans Unicode"/>
              </a:rPr>
              <a:t> (Date, Time, CO(GT), PT08, </a:t>
            </a:r>
            <a:r>
              <a:rPr lang="es-ES" sz="2200" dirty="0" err="1">
                <a:latin typeface="Lucida Sans Unicode"/>
                <a:cs typeface="Lucida Sans Unicode"/>
              </a:rPr>
              <a:t>NOx</a:t>
            </a:r>
            <a:r>
              <a:rPr lang="es-ES" sz="2200" dirty="0">
                <a:latin typeface="Lucida Sans Unicode"/>
                <a:cs typeface="Lucida Sans Unicode"/>
              </a:rPr>
              <a:t>, NO2, T, RH, AH, etc.) no tienen ningún valor faltante, ya que aparecen completamente en color oscuro. En contraste, solo las columnas “</a:t>
            </a:r>
            <a:r>
              <a:rPr lang="es-ES" sz="2200" dirty="0" err="1">
                <a:latin typeface="Lucida Sans Unicode"/>
                <a:cs typeface="Lucida Sans Unicode"/>
              </a:rPr>
              <a:t>Unnamed</a:t>
            </a:r>
            <a:r>
              <a:rPr lang="es-ES" sz="2200" dirty="0">
                <a:latin typeface="Lucida Sans Unicode"/>
                <a:cs typeface="Lucida Sans Unicode"/>
              </a:rPr>
              <a:t>: 15” y “</a:t>
            </a:r>
            <a:r>
              <a:rPr lang="es-ES" sz="2200" dirty="0" err="1">
                <a:latin typeface="Lucida Sans Unicode"/>
                <a:cs typeface="Lucida Sans Unicode"/>
              </a:rPr>
              <a:t>Unnamed</a:t>
            </a:r>
            <a:r>
              <a:rPr lang="es-ES" sz="2200" dirty="0">
                <a:latin typeface="Lucida Sans Unicode"/>
                <a:cs typeface="Lucida Sans Unicode"/>
              </a:rPr>
              <a:t>: 16” presentan valores faltantes en el 100% de sus filas, lo que equivale al 100% del total del </a:t>
            </a:r>
            <a:r>
              <a:rPr lang="es-ES" sz="2200" dirty="0" err="1">
                <a:latin typeface="Lucida Sans Unicode"/>
                <a:cs typeface="Lucida Sans Unicode"/>
              </a:rPr>
              <a:t>dataset</a:t>
            </a:r>
            <a:r>
              <a:rPr lang="es-ES" sz="2200" dirty="0">
                <a:latin typeface="Lucida Sans Unicode"/>
                <a:cs typeface="Lucida Sans Unicode"/>
              </a:rPr>
              <a:t> para dichas columnas. Esto indica un patrón claro: los valores faltantes no están distribuidos aleatoriamente, sino que se concentran únicamente en estas dos columnas, las cuales parecen ser columnas vacías provenientes del archivo original Por lo tanto, estas columnas pueden eliminarse sin afectar el análisis.</a:t>
            </a:r>
          </a:p>
          <a:p>
            <a:pPr marL="12700" marR="5080" algn="just">
              <a:lnSpc>
                <a:spcPct val="116500"/>
              </a:lnSpc>
              <a:spcBef>
                <a:spcPts val="100"/>
              </a:spcBef>
            </a:pPr>
            <a:endParaRPr sz="2200" dirty="0">
              <a:latin typeface="Lucida Sans Unicode"/>
              <a:cs typeface="Lucida Sans Unicode"/>
            </a:endParaRPr>
          </a:p>
        </p:txBody>
      </p:sp>
      <p:pic>
        <p:nvPicPr>
          <p:cNvPr id="26" name="Imagen 25">
            <a:extLst>
              <a:ext uri="{FF2B5EF4-FFF2-40B4-BE49-F238E27FC236}">
                <a16:creationId xmlns:a16="http://schemas.microsoft.com/office/drawing/2014/main" id="{58DF21F3-4B5E-EA93-F1A3-6678C7317FC3}"/>
              </a:ext>
            </a:extLst>
          </p:cNvPr>
          <p:cNvPicPr>
            <a:picLocks noChangeAspect="1"/>
          </p:cNvPicPr>
          <p:nvPr/>
        </p:nvPicPr>
        <p:blipFill>
          <a:blip r:embed="rId8"/>
          <a:stretch>
            <a:fillRect/>
          </a:stretch>
        </p:blipFill>
        <p:spPr>
          <a:xfrm>
            <a:off x="786464" y="2238084"/>
            <a:ext cx="8967333" cy="581083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751777" y="0"/>
            <a:ext cx="1536700" cy="245110"/>
          </a:xfrm>
          <a:custGeom>
            <a:avLst/>
            <a:gdLst/>
            <a:ahLst/>
            <a:cxnLst/>
            <a:rect l="l" t="t" r="r" b="b"/>
            <a:pathLst>
              <a:path w="1536700" h="245110">
                <a:moveTo>
                  <a:pt x="162021" y="245028"/>
                </a:moveTo>
                <a:lnTo>
                  <a:pt x="1536221" y="245028"/>
                </a:lnTo>
                <a:lnTo>
                  <a:pt x="1536221" y="0"/>
                </a:lnTo>
                <a:lnTo>
                  <a:pt x="0" y="0"/>
                </a:lnTo>
                <a:lnTo>
                  <a:pt x="293" y="8219"/>
                </a:lnTo>
                <a:lnTo>
                  <a:pt x="4036" y="12768"/>
                </a:lnTo>
                <a:lnTo>
                  <a:pt x="6971" y="17612"/>
                </a:lnTo>
                <a:lnTo>
                  <a:pt x="110356" y="186644"/>
                </a:lnTo>
                <a:lnTo>
                  <a:pt x="135982" y="229034"/>
                </a:lnTo>
                <a:lnTo>
                  <a:pt x="141662" y="236657"/>
                </a:lnTo>
                <a:lnTo>
                  <a:pt x="148127" y="241693"/>
                </a:lnTo>
                <a:lnTo>
                  <a:pt x="155858" y="244473"/>
                </a:lnTo>
                <a:lnTo>
                  <a:pt x="162021" y="245028"/>
                </a:lnTo>
                <a:close/>
              </a:path>
            </a:pathLst>
          </a:custGeom>
          <a:solidFill>
            <a:srgbClr val="2E6FA2"/>
          </a:solidFill>
        </p:spPr>
        <p:txBody>
          <a:bodyPr wrap="square" lIns="0" tIns="0" rIns="0" bIns="0" rtlCol="0"/>
          <a:lstStyle/>
          <a:p>
            <a:endParaRPr/>
          </a:p>
        </p:txBody>
      </p:sp>
      <p:sp>
        <p:nvSpPr>
          <p:cNvPr id="3" name="object 3"/>
          <p:cNvSpPr/>
          <p:nvPr/>
        </p:nvSpPr>
        <p:spPr>
          <a:xfrm>
            <a:off x="17032549" y="459610"/>
            <a:ext cx="1256030" cy="245110"/>
          </a:xfrm>
          <a:custGeom>
            <a:avLst/>
            <a:gdLst/>
            <a:ahLst/>
            <a:cxnLst/>
            <a:rect l="l" t="t" r="r" b="b"/>
            <a:pathLst>
              <a:path w="1256030" h="245109">
                <a:moveTo>
                  <a:pt x="166877" y="244812"/>
                </a:moveTo>
                <a:lnTo>
                  <a:pt x="315262" y="244372"/>
                </a:lnTo>
                <a:lnTo>
                  <a:pt x="1255450" y="244364"/>
                </a:lnTo>
                <a:lnTo>
                  <a:pt x="1255450" y="0"/>
                </a:lnTo>
                <a:lnTo>
                  <a:pt x="0" y="0"/>
                </a:lnTo>
                <a:lnTo>
                  <a:pt x="1873" y="7549"/>
                </a:lnTo>
                <a:lnTo>
                  <a:pt x="4806" y="13722"/>
                </a:lnTo>
                <a:lnTo>
                  <a:pt x="11594" y="24143"/>
                </a:lnTo>
                <a:lnTo>
                  <a:pt x="85873" y="145542"/>
                </a:lnTo>
                <a:lnTo>
                  <a:pt x="110531" y="186065"/>
                </a:lnTo>
                <a:lnTo>
                  <a:pt x="135028" y="226686"/>
                </a:lnTo>
                <a:lnTo>
                  <a:pt x="141109" y="235039"/>
                </a:lnTo>
                <a:lnTo>
                  <a:pt x="148008" y="240675"/>
                </a:lnTo>
                <a:lnTo>
                  <a:pt x="156380" y="243848"/>
                </a:lnTo>
                <a:lnTo>
                  <a:pt x="166877" y="244812"/>
                </a:lnTo>
                <a:close/>
              </a:path>
            </a:pathLst>
          </a:custGeom>
          <a:solidFill>
            <a:srgbClr val="FFFFFF"/>
          </a:solidFill>
        </p:spPr>
        <p:txBody>
          <a:bodyPr wrap="square" lIns="0" tIns="0" rIns="0" bIns="0" rtlCol="0"/>
          <a:lstStyle/>
          <a:p>
            <a:endParaRPr/>
          </a:p>
        </p:txBody>
      </p:sp>
      <p:sp>
        <p:nvSpPr>
          <p:cNvPr id="4" name="object 4"/>
          <p:cNvSpPr/>
          <p:nvPr/>
        </p:nvSpPr>
        <p:spPr>
          <a:xfrm>
            <a:off x="17313101" y="918560"/>
            <a:ext cx="975360" cy="245745"/>
          </a:xfrm>
          <a:custGeom>
            <a:avLst/>
            <a:gdLst/>
            <a:ahLst/>
            <a:cxnLst/>
            <a:rect l="l" t="t" r="r" b="b"/>
            <a:pathLst>
              <a:path w="975359" h="245744">
                <a:moveTo>
                  <a:pt x="154078" y="245112"/>
                </a:moveTo>
                <a:lnTo>
                  <a:pt x="160860" y="245179"/>
                </a:lnTo>
                <a:lnTo>
                  <a:pt x="164309" y="244739"/>
                </a:lnTo>
                <a:lnTo>
                  <a:pt x="167905" y="245106"/>
                </a:lnTo>
                <a:lnTo>
                  <a:pt x="974899" y="245095"/>
                </a:lnTo>
                <a:lnTo>
                  <a:pt x="974899" y="0"/>
                </a:lnTo>
                <a:lnTo>
                  <a:pt x="1908" y="0"/>
                </a:lnTo>
                <a:lnTo>
                  <a:pt x="0" y="7485"/>
                </a:lnTo>
                <a:lnTo>
                  <a:pt x="3669" y="11008"/>
                </a:lnTo>
                <a:lnTo>
                  <a:pt x="113037" y="189769"/>
                </a:lnTo>
                <a:lnTo>
                  <a:pt x="139651" y="233585"/>
                </a:lnTo>
                <a:lnTo>
                  <a:pt x="143791" y="239225"/>
                </a:lnTo>
                <a:lnTo>
                  <a:pt x="148494" y="243097"/>
                </a:lnTo>
                <a:lnTo>
                  <a:pt x="154078" y="245112"/>
                </a:lnTo>
                <a:close/>
              </a:path>
            </a:pathLst>
          </a:custGeom>
          <a:solidFill>
            <a:srgbClr val="2E6FA2"/>
          </a:solidFill>
        </p:spPr>
        <p:txBody>
          <a:bodyPr wrap="square" lIns="0" tIns="0" rIns="0" bIns="0" rtlCol="0"/>
          <a:lstStyle/>
          <a:p>
            <a:endParaRPr/>
          </a:p>
        </p:txBody>
      </p:sp>
      <p:sp>
        <p:nvSpPr>
          <p:cNvPr id="5" name="object 5"/>
          <p:cNvSpPr/>
          <p:nvPr/>
        </p:nvSpPr>
        <p:spPr>
          <a:xfrm>
            <a:off x="17594312" y="1377217"/>
            <a:ext cx="694055" cy="246379"/>
          </a:xfrm>
          <a:custGeom>
            <a:avLst/>
            <a:gdLst/>
            <a:ahLst/>
            <a:cxnLst/>
            <a:rect l="l" t="t" r="r" b="b"/>
            <a:pathLst>
              <a:path w="694055" h="246380">
                <a:moveTo>
                  <a:pt x="165483" y="245766"/>
                </a:moveTo>
                <a:lnTo>
                  <a:pt x="693687" y="245469"/>
                </a:lnTo>
                <a:lnTo>
                  <a:pt x="693687" y="1037"/>
                </a:lnTo>
                <a:lnTo>
                  <a:pt x="12255" y="1027"/>
                </a:lnTo>
                <a:lnTo>
                  <a:pt x="6898" y="0"/>
                </a:lnTo>
                <a:lnTo>
                  <a:pt x="0" y="3302"/>
                </a:lnTo>
                <a:lnTo>
                  <a:pt x="5979" y="15748"/>
                </a:lnTo>
                <a:lnTo>
                  <a:pt x="12723" y="27354"/>
                </a:lnTo>
                <a:lnTo>
                  <a:pt x="26712" y="49534"/>
                </a:lnTo>
                <a:lnTo>
                  <a:pt x="109765" y="185343"/>
                </a:lnTo>
                <a:lnTo>
                  <a:pt x="137230" y="230722"/>
                </a:lnTo>
                <a:lnTo>
                  <a:pt x="142759" y="238026"/>
                </a:lnTo>
                <a:lnTo>
                  <a:pt x="149045" y="242647"/>
                </a:lnTo>
                <a:lnTo>
                  <a:pt x="156486" y="245067"/>
                </a:lnTo>
                <a:lnTo>
                  <a:pt x="165483" y="245766"/>
                </a:lnTo>
                <a:close/>
              </a:path>
            </a:pathLst>
          </a:custGeom>
          <a:solidFill>
            <a:srgbClr val="FFFFFF"/>
          </a:solidFill>
        </p:spPr>
        <p:txBody>
          <a:bodyPr wrap="square" lIns="0" tIns="0" rIns="0" bIns="0" rtlCol="0"/>
          <a:lstStyle/>
          <a:p>
            <a:endParaRPr/>
          </a:p>
        </p:txBody>
      </p:sp>
      <p:sp>
        <p:nvSpPr>
          <p:cNvPr id="6" name="object 6"/>
          <p:cNvSpPr/>
          <p:nvPr/>
        </p:nvSpPr>
        <p:spPr>
          <a:xfrm>
            <a:off x="0" y="0"/>
            <a:ext cx="1536700" cy="245110"/>
          </a:xfrm>
          <a:custGeom>
            <a:avLst/>
            <a:gdLst/>
            <a:ahLst/>
            <a:cxnLst/>
            <a:rect l="l" t="t" r="r" b="b"/>
            <a:pathLst>
              <a:path w="1536700" h="245110">
                <a:moveTo>
                  <a:pt x="1374172" y="245028"/>
                </a:moveTo>
                <a:lnTo>
                  <a:pt x="0" y="245028"/>
                </a:lnTo>
                <a:lnTo>
                  <a:pt x="0" y="0"/>
                </a:lnTo>
                <a:lnTo>
                  <a:pt x="1536193" y="0"/>
                </a:lnTo>
                <a:lnTo>
                  <a:pt x="1535900" y="8219"/>
                </a:lnTo>
                <a:lnTo>
                  <a:pt x="1532157" y="12768"/>
                </a:lnTo>
                <a:lnTo>
                  <a:pt x="1529222" y="17612"/>
                </a:lnTo>
                <a:lnTo>
                  <a:pt x="1425837" y="186644"/>
                </a:lnTo>
                <a:lnTo>
                  <a:pt x="1400211" y="229034"/>
                </a:lnTo>
                <a:lnTo>
                  <a:pt x="1394530" y="236657"/>
                </a:lnTo>
                <a:lnTo>
                  <a:pt x="1388066" y="241693"/>
                </a:lnTo>
                <a:lnTo>
                  <a:pt x="1380335" y="244473"/>
                </a:lnTo>
                <a:lnTo>
                  <a:pt x="1374172" y="245028"/>
                </a:lnTo>
                <a:close/>
              </a:path>
            </a:pathLst>
          </a:custGeom>
          <a:solidFill>
            <a:srgbClr val="091541"/>
          </a:solidFill>
        </p:spPr>
        <p:txBody>
          <a:bodyPr wrap="square" lIns="0" tIns="0" rIns="0" bIns="0" rtlCol="0"/>
          <a:lstStyle/>
          <a:p>
            <a:endParaRPr/>
          </a:p>
        </p:txBody>
      </p:sp>
      <p:sp>
        <p:nvSpPr>
          <p:cNvPr id="7" name="object 7"/>
          <p:cNvSpPr/>
          <p:nvPr/>
        </p:nvSpPr>
        <p:spPr>
          <a:xfrm>
            <a:off x="0" y="459610"/>
            <a:ext cx="1256030" cy="245110"/>
          </a:xfrm>
          <a:custGeom>
            <a:avLst/>
            <a:gdLst/>
            <a:ahLst/>
            <a:cxnLst/>
            <a:rect l="l" t="t" r="r" b="b"/>
            <a:pathLst>
              <a:path w="1256030" h="245109">
                <a:moveTo>
                  <a:pt x="1088544" y="244812"/>
                </a:moveTo>
                <a:lnTo>
                  <a:pt x="940160" y="244372"/>
                </a:lnTo>
                <a:lnTo>
                  <a:pt x="0" y="244364"/>
                </a:lnTo>
                <a:lnTo>
                  <a:pt x="0" y="0"/>
                </a:lnTo>
                <a:lnTo>
                  <a:pt x="1255422" y="0"/>
                </a:lnTo>
                <a:lnTo>
                  <a:pt x="1253548" y="7549"/>
                </a:lnTo>
                <a:lnTo>
                  <a:pt x="1250615" y="13722"/>
                </a:lnTo>
                <a:lnTo>
                  <a:pt x="1243827" y="24143"/>
                </a:lnTo>
                <a:lnTo>
                  <a:pt x="1169549" y="145542"/>
                </a:lnTo>
                <a:lnTo>
                  <a:pt x="1144890" y="186065"/>
                </a:lnTo>
                <a:lnTo>
                  <a:pt x="1120393" y="226686"/>
                </a:lnTo>
                <a:lnTo>
                  <a:pt x="1114313" y="235039"/>
                </a:lnTo>
                <a:lnTo>
                  <a:pt x="1107413" y="240675"/>
                </a:lnTo>
                <a:lnTo>
                  <a:pt x="1099042" y="243848"/>
                </a:lnTo>
                <a:lnTo>
                  <a:pt x="1088544" y="244812"/>
                </a:lnTo>
                <a:close/>
              </a:path>
            </a:pathLst>
          </a:custGeom>
          <a:solidFill>
            <a:srgbClr val="FFFFFF"/>
          </a:solidFill>
        </p:spPr>
        <p:txBody>
          <a:bodyPr wrap="square" lIns="0" tIns="0" rIns="0" bIns="0" rtlCol="0"/>
          <a:lstStyle/>
          <a:p>
            <a:endParaRPr/>
          </a:p>
        </p:txBody>
      </p:sp>
      <p:sp>
        <p:nvSpPr>
          <p:cNvPr id="8" name="object 8"/>
          <p:cNvSpPr/>
          <p:nvPr/>
        </p:nvSpPr>
        <p:spPr>
          <a:xfrm>
            <a:off x="0" y="918560"/>
            <a:ext cx="975360" cy="245745"/>
          </a:xfrm>
          <a:custGeom>
            <a:avLst/>
            <a:gdLst/>
            <a:ahLst/>
            <a:cxnLst/>
            <a:rect l="l" t="t" r="r" b="b"/>
            <a:pathLst>
              <a:path w="975360" h="245744">
                <a:moveTo>
                  <a:pt x="820792" y="245112"/>
                </a:moveTo>
                <a:lnTo>
                  <a:pt x="814011" y="245179"/>
                </a:lnTo>
                <a:lnTo>
                  <a:pt x="810562" y="244739"/>
                </a:lnTo>
                <a:lnTo>
                  <a:pt x="806966" y="245106"/>
                </a:lnTo>
                <a:lnTo>
                  <a:pt x="0" y="245095"/>
                </a:lnTo>
                <a:lnTo>
                  <a:pt x="0" y="0"/>
                </a:lnTo>
                <a:lnTo>
                  <a:pt x="972963" y="0"/>
                </a:lnTo>
                <a:lnTo>
                  <a:pt x="974871" y="7485"/>
                </a:lnTo>
                <a:lnTo>
                  <a:pt x="971202" y="11008"/>
                </a:lnTo>
                <a:lnTo>
                  <a:pt x="861833" y="189769"/>
                </a:lnTo>
                <a:lnTo>
                  <a:pt x="835219" y="233585"/>
                </a:lnTo>
                <a:lnTo>
                  <a:pt x="831080" y="239225"/>
                </a:lnTo>
                <a:lnTo>
                  <a:pt x="826376" y="243097"/>
                </a:lnTo>
                <a:lnTo>
                  <a:pt x="820792" y="245112"/>
                </a:lnTo>
                <a:close/>
              </a:path>
            </a:pathLst>
          </a:custGeom>
          <a:solidFill>
            <a:srgbClr val="091541"/>
          </a:solidFill>
        </p:spPr>
        <p:txBody>
          <a:bodyPr wrap="square" lIns="0" tIns="0" rIns="0" bIns="0" rtlCol="0"/>
          <a:lstStyle/>
          <a:p>
            <a:endParaRPr/>
          </a:p>
        </p:txBody>
      </p:sp>
      <p:sp>
        <p:nvSpPr>
          <p:cNvPr id="9" name="object 9"/>
          <p:cNvSpPr/>
          <p:nvPr/>
        </p:nvSpPr>
        <p:spPr>
          <a:xfrm>
            <a:off x="0" y="1377217"/>
            <a:ext cx="694055" cy="246379"/>
          </a:xfrm>
          <a:custGeom>
            <a:avLst/>
            <a:gdLst/>
            <a:ahLst/>
            <a:cxnLst/>
            <a:rect l="l" t="t" r="r" b="b"/>
            <a:pathLst>
              <a:path w="694055" h="246380">
                <a:moveTo>
                  <a:pt x="528175" y="245766"/>
                </a:moveTo>
                <a:lnTo>
                  <a:pt x="0" y="245469"/>
                </a:lnTo>
                <a:lnTo>
                  <a:pt x="0" y="1037"/>
                </a:lnTo>
                <a:lnTo>
                  <a:pt x="681404" y="1027"/>
                </a:lnTo>
                <a:lnTo>
                  <a:pt x="686761" y="0"/>
                </a:lnTo>
                <a:lnTo>
                  <a:pt x="693659" y="3302"/>
                </a:lnTo>
                <a:lnTo>
                  <a:pt x="687679" y="15748"/>
                </a:lnTo>
                <a:lnTo>
                  <a:pt x="680936" y="27354"/>
                </a:lnTo>
                <a:lnTo>
                  <a:pt x="666947" y="49534"/>
                </a:lnTo>
                <a:lnTo>
                  <a:pt x="583893" y="185343"/>
                </a:lnTo>
                <a:lnTo>
                  <a:pt x="556429" y="230722"/>
                </a:lnTo>
                <a:lnTo>
                  <a:pt x="550900" y="238026"/>
                </a:lnTo>
                <a:lnTo>
                  <a:pt x="544614" y="242647"/>
                </a:lnTo>
                <a:lnTo>
                  <a:pt x="537172" y="245067"/>
                </a:lnTo>
                <a:lnTo>
                  <a:pt x="528175" y="245766"/>
                </a:lnTo>
                <a:close/>
              </a:path>
            </a:pathLst>
          </a:custGeom>
          <a:solidFill>
            <a:srgbClr val="FFFFFF"/>
          </a:solidFill>
        </p:spPr>
        <p:txBody>
          <a:bodyPr wrap="square" lIns="0" tIns="0" rIns="0" bIns="0" rtlCol="0"/>
          <a:lstStyle/>
          <a:p>
            <a:endParaRPr/>
          </a:p>
        </p:txBody>
      </p:sp>
      <p:pic>
        <p:nvPicPr>
          <p:cNvPr id="10" name="object 10"/>
          <p:cNvPicPr/>
          <p:nvPr/>
        </p:nvPicPr>
        <p:blipFill>
          <a:blip r:embed="rId2" cstate="print"/>
          <a:stretch>
            <a:fillRect/>
          </a:stretch>
        </p:blipFill>
        <p:spPr>
          <a:xfrm>
            <a:off x="0" y="8954675"/>
            <a:ext cx="18287999" cy="1332323"/>
          </a:xfrm>
          <a:prstGeom prst="rect">
            <a:avLst/>
          </a:prstGeom>
        </p:spPr>
      </p:pic>
      <p:sp>
        <p:nvSpPr>
          <p:cNvPr id="12" name="object 12"/>
          <p:cNvSpPr txBox="1">
            <a:spLocks noGrp="1"/>
          </p:cNvSpPr>
          <p:nvPr>
            <p:ph type="title"/>
          </p:nvPr>
        </p:nvSpPr>
        <p:spPr>
          <a:prstGeom prst="rect">
            <a:avLst/>
          </a:prstGeom>
        </p:spPr>
        <p:txBody>
          <a:bodyPr vert="horz" wrap="square" lIns="0" tIns="538890" rIns="0" bIns="0" rtlCol="0">
            <a:spAutoFit/>
          </a:bodyPr>
          <a:lstStyle/>
          <a:p>
            <a:pPr marL="6253480" marR="5080" indent="-3548379">
              <a:lnSpc>
                <a:spcPct val="115900"/>
              </a:lnSpc>
              <a:spcBef>
                <a:spcPts val="100"/>
              </a:spcBef>
            </a:pPr>
            <a:r>
              <a:rPr sz="5500" spc="420" dirty="0"/>
              <a:t>Distribución</a:t>
            </a:r>
            <a:r>
              <a:rPr sz="5500" spc="-125" dirty="0"/>
              <a:t> </a:t>
            </a:r>
            <a:r>
              <a:rPr sz="5500" spc="235" dirty="0"/>
              <a:t>de</a:t>
            </a:r>
            <a:r>
              <a:rPr sz="5500" spc="-120" dirty="0"/>
              <a:t> </a:t>
            </a:r>
            <a:r>
              <a:rPr sz="5500" spc="365" dirty="0"/>
              <a:t>la</a:t>
            </a:r>
            <a:r>
              <a:rPr sz="5500" spc="-125" dirty="0"/>
              <a:t> </a:t>
            </a:r>
            <a:r>
              <a:rPr sz="5500" spc="335" dirty="0"/>
              <a:t>variable</a:t>
            </a:r>
            <a:r>
              <a:rPr sz="5500" spc="-120" dirty="0"/>
              <a:t> </a:t>
            </a:r>
            <a:r>
              <a:rPr sz="5500" spc="260" dirty="0"/>
              <a:t>Monóxido</a:t>
            </a:r>
            <a:r>
              <a:rPr sz="5500" spc="-120" dirty="0"/>
              <a:t> </a:t>
            </a:r>
            <a:r>
              <a:rPr sz="5500" spc="200" dirty="0"/>
              <a:t>de </a:t>
            </a:r>
            <a:r>
              <a:rPr sz="5500" spc="455" dirty="0"/>
              <a:t>Carbono</a:t>
            </a:r>
            <a:r>
              <a:rPr sz="5500" spc="-140" dirty="0"/>
              <a:t> </a:t>
            </a:r>
            <a:r>
              <a:rPr sz="5500" spc="355" dirty="0"/>
              <a:t>(CO)ulo:</a:t>
            </a:r>
            <a:endParaRPr sz="5500"/>
          </a:p>
        </p:txBody>
      </p:sp>
      <p:sp>
        <p:nvSpPr>
          <p:cNvPr id="13" name="object 13"/>
          <p:cNvSpPr/>
          <p:nvPr/>
        </p:nvSpPr>
        <p:spPr>
          <a:xfrm>
            <a:off x="588624" y="3101361"/>
            <a:ext cx="5821045" cy="5462270"/>
          </a:xfrm>
          <a:custGeom>
            <a:avLst/>
            <a:gdLst/>
            <a:ahLst/>
            <a:cxnLst/>
            <a:rect l="l" t="t" r="r" b="b"/>
            <a:pathLst>
              <a:path w="5821045" h="5462270">
                <a:moveTo>
                  <a:pt x="5335120" y="5461914"/>
                </a:moveTo>
                <a:lnTo>
                  <a:pt x="485775" y="5461914"/>
                </a:lnTo>
                <a:lnTo>
                  <a:pt x="437762" y="5459537"/>
                </a:lnTo>
                <a:lnTo>
                  <a:pt x="390562" y="5452493"/>
                </a:lnTo>
                <a:lnTo>
                  <a:pt x="344494" y="5440916"/>
                </a:lnTo>
                <a:lnTo>
                  <a:pt x="299876" y="5424936"/>
                </a:lnTo>
                <a:lnTo>
                  <a:pt x="257028" y="5404686"/>
                </a:lnTo>
                <a:lnTo>
                  <a:pt x="216266" y="5380298"/>
                </a:lnTo>
                <a:lnTo>
                  <a:pt x="177911" y="5351903"/>
                </a:lnTo>
                <a:lnTo>
                  <a:pt x="142280" y="5319634"/>
                </a:lnTo>
                <a:lnTo>
                  <a:pt x="110010" y="5284003"/>
                </a:lnTo>
                <a:lnTo>
                  <a:pt x="81615" y="5245647"/>
                </a:lnTo>
                <a:lnTo>
                  <a:pt x="57227" y="5204886"/>
                </a:lnTo>
                <a:lnTo>
                  <a:pt x="36977" y="5162037"/>
                </a:lnTo>
                <a:lnTo>
                  <a:pt x="20997" y="5117419"/>
                </a:lnTo>
                <a:lnTo>
                  <a:pt x="9420" y="5071351"/>
                </a:lnTo>
                <a:lnTo>
                  <a:pt x="2377" y="5024152"/>
                </a:lnTo>
                <a:lnTo>
                  <a:pt x="0" y="4976139"/>
                </a:lnTo>
                <a:lnTo>
                  <a:pt x="0" y="485775"/>
                </a:lnTo>
                <a:lnTo>
                  <a:pt x="2377" y="437762"/>
                </a:lnTo>
                <a:lnTo>
                  <a:pt x="9420" y="390562"/>
                </a:lnTo>
                <a:lnTo>
                  <a:pt x="20997" y="344494"/>
                </a:lnTo>
                <a:lnTo>
                  <a:pt x="36977" y="299876"/>
                </a:lnTo>
                <a:lnTo>
                  <a:pt x="57227" y="257028"/>
                </a:lnTo>
                <a:lnTo>
                  <a:pt x="81615" y="216266"/>
                </a:lnTo>
                <a:lnTo>
                  <a:pt x="110010" y="177911"/>
                </a:lnTo>
                <a:lnTo>
                  <a:pt x="142280" y="142280"/>
                </a:lnTo>
                <a:lnTo>
                  <a:pt x="177911" y="110010"/>
                </a:lnTo>
                <a:lnTo>
                  <a:pt x="216266" y="81615"/>
                </a:lnTo>
                <a:lnTo>
                  <a:pt x="257028" y="57227"/>
                </a:lnTo>
                <a:lnTo>
                  <a:pt x="299876" y="36977"/>
                </a:lnTo>
                <a:lnTo>
                  <a:pt x="344494" y="20997"/>
                </a:lnTo>
                <a:lnTo>
                  <a:pt x="390562" y="9420"/>
                </a:lnTo>
                <a:lnTo>
                  <a:pt x="437762" y="2377"/>
                </a:lnTo>
                <a:lnTo>
                  <a:pt x="485775" y="0"/>
                </a:lnTo>
                <a:lnTo>
                  <a:pt x="5335120" y="0"/>
                </a:lnTo>
                <a:lnTo>
                  <a:pt x="5383133" y="2377"/>
                </a:lnTo>
                <a:lnTo>
                  <a:pt x="5430332" y="9420"/>
                </a:lnTo>
                <a:lnTo>
                  <a:pt x="5476400" y="20997"/>
                </a:lnTo>
                <a:lnTo>
                  <a:pt x="5521018" y="36977"/>
                </a:lnTo>
                <a:lnTo>
                  <a:pt x="5563867" y="57227"/>
                </a:lnTo>
                <a:lnTo>
                  <a:pt x="5604628" y="81615"/>
                </a:lnTo>
                <a:lnTo>
                  <a:pt x="5642984" y="110010"/>
                </a:lnTo>
                <a:lnTo>
                  <a:pt x="5678615" y="142280"/>
                </a:lnTo>
                <a:lnTo>
                  <a:pt x="5710884" y="177911"/>
                </a:lnTo>
                <a:lnTo>
                  <a:pt x="5739279" y="216266"/>
                </a:lnTo>
                <a:lnTo>
                  <a:pt x="5763667" y="257028"/>
                </a:lnTo>
                <a:lnTo>
                  <a:pt x="5783917" y="299876"/>
                </a:lnTo>
                <a:lnTo>
                  <a:pt x="5799897" y="344494"/>
                </a:lnTo>
                <a:lnTo>
                  <a:pt x="5811475" y="390562"/>
                </a:lnTo>
                <a:lnTo>
                  <a:pt x="5818518" y="437762"/>
                </a:lnTo>
                <a:lnTo>
                  <a:pt x="5820895" y="485775"/>
                </a:lnTo>
                <a:lnTo>
                  <a:pt x="5820895" y="4976139"/>
                </a:lnTo>
                <a:lnTo>
                  <a:pt x="5818518" y="5024152"/>
                </a:lnTo>
                <a:lnTo>
                  <a:pt x="5811475" y="5071351"/>
                </a:lnTo>
                <a:lnTo>
                  <a:pt x="5799897" y="5117419"/>
                </a:lnTo>
                <a:lnTo>
                  <a:pt x="5783917" y="5162037"/>
                </a:lnTo>
                <a:lnTo>
                  <a:pt x="5763667" y="5204886"/>
                </a:lnTo>
                <a:lnTo>
                  <a:pt x="5739279" y="5245647"/>
                </a:lnTo>
                <a:lnTo>
                  <a:pt x="5710884" y="5284003"/>
                </a:lnTo>
                <a:lnTo>
                  <a:pt x="5678615" y="5319634"/>
                </a:lnTo>
                <a:lnTo>
                  <a:pt x="5642984" y="5351903"/>
                </a:lnTo>
                <a:lnTo>
                  <a:pt x="5604628" y="5380298"/>
                </a:lnTo>
                <a:lnTo>
                  <a:pt x="5563867" y="5404686"/>
                </a:lnTo>
                <a:lnTo>
                  <a:pt x="5521018" y="5424936"/>
                </a:lnTo>
                <a:lnTo>
                  <a:pt x="5476400" y="5440916"/>
                </a:lnTo>
                <a:lnTo>
                  <a:pt x="5430332" y="5452493"/>
                </a:lnTo>
                <a:lnTo>
                  <a:pt x="5383133" y="5459537"/>
                </a:lnTo>
                <a:lnTo>
                  <a:pt x="5335120" y="5461914"/>
                </a:lnTo>
                <a:close/>
              </a:path>
            </a:pathLst>
          </a:custGeom>
          <a:solidFill>
            <a:srgbClr val="CACBCB">
              <a:alpha val="90998"/>
            </a:srgbClr>
          </a:solidFill>
        </p:spPr>
        <p:txBody>
          <a:bodyPr wrap="square" lIns="0" tIns="0" rIns="0" bIns="0" rtlCol="0"/>
          <a:lstStyle/>
          <a:p>
            <a:endParaRPr/>
          </a:p>
        </p:txBody>
      </p:sp>
      <p:sp>
        <p:nvSpPr>
          <p:cNvPr id="14" name="object 14"/>
          <p:cNvSpPr txBox="1"/>
          <p:nvPr/>
        </p:nvSpPr>
        <p:spPr>
          <a:xfrm>
            <a:off x="752073" y="3308180"/>
            <a:ext cx="5296535" cy="4959350"/>
          </a:xfrm>
          <a:prstGeom prst="rect">
            <a:avLst/>
          </a:prstGeom>
        </p:spPr>
        <p:txBody>
          <a:bodyPr vert="horz" wrap="square" lIns="0" tIns="12700" rIns="0" bIns="0" rtlCol="0">
            <a:spAutoFit/>
          </a:bodyPr>
          <a:lstStyle/>
          <a:p>
            <a:pPr marL="12700" marR="5080" algn="just">
              <a:lnSpc>
                <a:spcPct val="115599"/>
              </a:lnSpc>
              <a:spcBef>
                <a:spcPts val="100"/>
              </a:spcBef>
            </a:pPr>
            <a:r>
              <a:rPr sz="2000" dirty="0">
                <a:latin typeface="Lucida Sans Unicode"/>
                <a:cs typeface="Lucida Sans Unicode"/>
              </a:rPr>
              <a:t>Esta</a:t>
            </a:r>
            <a:r>
              <a:rPr sz="2000" spc="450" dirty="0">
                <a:latin typeface="Lucida Sans Unicode"/>
                <a:cs typeface="Lucida Sans Unicode"/>
              </a:rPr>
              <a:t> </a:t>
            </a:r>
            <a:r>
              <a:rPr sz="2000" spc="70" dirty="0">
                <a:latin typeface="Lucida Sans Unicode"/>
                <a:cs typeface="Lucida Sans Unicode"/>
              </a:rPr>
              <a:t>gráfica</a:t>
            </a:r>
            <a:r>
              <a:rPr sz="2000" spc="445" dirty="0">
                <a:latin typeface="Lucida Sans Unicode"/>
                <a:cs typeface="Lucida Sans Unicode"/>
              </a:rPr>
              <a:t> </a:t>
            </a:r>
            <a:r>
              <a:rPr sz="2000" dirty="0">
                <a:latin typeface="Lucida Sans Unicode"/>
                <a:cs typeface="Lucida Sans Unicode"/>
              </a:rPr>
              <a:t>permite</a:t>
            </a:r>
            <a:r>
              <a:rPr sz="2000" spc="450" dirty="0">
                <a:latin typeface="Lucida Sans Unicode"/>
                <a:cs typeface="Lucida Sans Unicode"/>
              </a:rPr>
              <a:t> </a:t>
            </a:r>
            <a:r>
              <a:rPr sz="2000" dirty="0">
                <a:latin typeface="Lucida Sans Unicode"/>
                <a:cs typeface="Lucida Sans Unicode"/>
              </a:rPr>
              <a:t>visualizar</a:t>
            </a:r>
            <a:r>
              <a:rPr sz="2000" spc="450" dirty="0">
                <a:latin typeface="Lucida Sans Unicode"/>
                <a:cs typeface="Lucida Sans Unicode"/>
              </a:rPr>
              <a:t> </a:t>
            </a:r>
            <a:r>
              <a:rPr sz="2000" spc="110" dirty="0">
                <a:latin typeface="Lucida Sans Unicode"/>
                <a:cs typeface="Lucida Sans Unicode"/>
              </a:rPr>
              <a:t>cómo</a:t>
            </a:r>
            <a:r>
              <a:rPr sz="2000" spc="450" dirty="0">
                <a:latin typeface="Lucida Sans Unicode"/>
                <a:cs typeface="Lucida Sans Unicode"/>
              </a:rPr>
              <a:t> </a:t>
            </a:r>
            <a:r>
              <a:rPr sz="2000" spc="35" dirty="0">
                <a:latin typeface="Lucida Sans Unicode"/>
                <a:cs typeface="Lucida Sans Unicode"/>
              </a:rPr>
              <a:t>se </a:t>
            </a:r>
            <a:r>
              <a:rPr sz="2000" dirty="0">
                <a:latin typeface="Lucida Sans Unicode"/>
                <a:cs typeface="Lucida Sans Unicode"/>
              </a:rPr>
              <a:t>distribuyen</a:t>
            </a:r>
            <a:r>
              <a:rPr sz="2000" spc="365" dirty="0">
                <a:latin typeface="Lucida Sans Unicode"/>
                <a:cs typeface="Lucida Sans Unicode"/>
              </a:rPr>
              <a:t> </a:t>
            </a:r>
            <a:r>
              <a:rPr sz="2000" dirty="0">
                <a:latin typeface="Lucida Sans Unicode"/>
                <a:cs typeface="Lucida Sans Unicode"/>
              </a:rPr>
              <a:t>los</a:t>
            </a:r>
            <a:r>
              <a:rPr sz="2000" spc="370" dirty="0">
                <a:latin typeface="Lucida Sans Unicode"/>
                <a:cs typeface="Lucida Sans Unicode"/>
              </a:rPr>
              <a:t> </a:t>
            </a:r>
            <a:r>
              <a:rPr sz="2000" spc="45" dirty="0">
                <a:latin typeface="Lucida Sans Unicode"/>
                <a:cs typeface="Lucida Sans Unicode"/>
              </a:rPr>
              <a:t>valores</a:t>
            </a:r>
            <a:r>
              <a:rPr sz="2000" spc="365" dirty="0">
                <a:latin typeface="Lucida Sans Unicode"/>
                <a:cs typeface="Lucida Sans Unicode"/>
              </a:rPr>
              <a:t> </a:t>
            </a:r>
            <a:r>
              <a:rPr sz="2000" spc="100" dirty="0">
                <a:latin typeface="Lucida Sans Unicode"/>
                <a:cs typeface="Lucida Sans Unicode"/>
              </a:rPr>
              <a:t>de</a:t>
            </a:r>
            <a:r>
              <a:rPr sz="2000" spc="370" dirty="0">
                <a:latin typeface="Lucida Sans Unicode"/>
                <a:cs typeface="Lucida Sans Unicode"/>
              </a:rPr>
              <a:t> </a:t>
            </a:r>
            <a:r>
              <a:rPr sz="2000" spc="90" dirty="0">
                <a:latin typeface="Lucida Sans Unicode"/>
                <a:cs typeface="Lucida Sans Unicode"/>
              </a:rPr>
              <a:t>CO(GT)</a:t>
            </a:r>
            <a:r>
              <a:rPr sz="2000" spc="365" dirty="0">
                <a:latin typeface="Lucida Sans Unicode"/>
                <a:cs typeface="Lucida Sans Unicode"/>
              </a:rPr>
              <a:t> </a:t>
            </a:r>
            <a:r>
              <a:rPr sz="2000" spc="75" dirty="0">
                <a:latin typeface="Lucida Sans Unicode"/>
                <a:cs typeface="Lucida Sans Unicode"/>
              </a:rPr>
              <a:t>en</a:t>
            </a:r>
            <a:r>
              <a:rPr sz="2000" spc="370" dirty="0">
                <a:latin typeface="Lucida Sans Unicode"/>
                <a:cs typeface="Lucida Sans Unicode"/>
              </a:rPr>
              <a:t> </a:t>
            </a:r>
            <a:r>
              <a:rPr sz="2000" spc="-25" dirty="0">
                <a:latin typeface="Lucida Sans Unicode"/>
                <a:cs typeface="Lucida Sans Unicode"/>
              </a:rPr>
              <a:t>el </a:t>
            </a:r>
            <a:r>
              <a:rPr sz="2000" spc="40" dirty="0">
                <a:latin typeface="Lucida Sans Unicode"/>
                <a:cs typeface="Lucida Sans Unicode"/>
              </a:rPr>
              <a:t>dataset.</a:t>
            </a:r>
            <a:endParaRPr sz="2000">
              <a:latin typeface="Lucida Sans Unicode"/>
              <a:cs typeface="Lucida Sans Unicode"/>
            </a:endParaRPr>
          </a:p>
          <a:p>
            <a:pPr marL="12700" marR="5080" algn="just">
              <a:lnSpc>
                <a:spcPct val="115599"/>
              </a:lnSpc>
            </a:pPr>
            <a:r>
              <a:rPr sz="2000" dirty="0">
                <a:latin typeface="Lucida Sans Unicode"/>
                <a:cs typeface="Lucida Sans Unicode"/>
              </a:rPr>
              <a:t>Si</a:t>
            </a:r>
            <a:r>
              <a:rPr sz="2000" spc="200" dirty="0">
                <a:latin typeface="Lucida Sans Unicode"/>
                <a:cs typeface="Lucida Sans Unicode"/>
              </a:rPr>
              <a:t>  </a:t>
            </a:r>
            <a:r>
              <a:rPr sz="2000" spc="75" dirty="0">
                <a:latin typeface="Lucida Sans Unicode"/>
                <a:cs typeface="Lucida Sans Unicode"/>
              </a:rPr>
              <a:t>la</a:t>
            </a:r>
            <a:r>
              <a:rPr sz="2000" spc="200" dirty="0">
                <a:latin typeface="Lucida Sans Unicode"/>
                <a:cs typeface="Lucida Sans Unicode"/>
              </a:rPr>
              <a:t>  </a:t>
            </a:r>
            <a:r>
              <a:rPr sz="2000" spc="90" dirty="0">
                <a:latin typeface="Lucida Sans Unicode"/>
                <a:cs typeface="Lucida Sans Unicode"/>
              </a:rPr>
              <a:t>curva</a:t>
            </a:r>
            <a:r>
              <a:rPr sz="2000" spc="200" dirty="0">
                <a:latin typeface="Lucida Sans Unicode"/>
                <a:cs typeface="Lucida Sans Unicode"/>
              </a:rPr>
              <a:t>  </a:t>
            </a:r>
            <a:r>
              <a:rPr sz="2000" spc="100" dirty="0">
                <a:latin typeface="Lucida Sans Unicode"/>
                <a:cs typeface="Lucida Sans Unicode"/>
              </a:rPr>
              <a:t>de</a:t>
            </a:r>
            <a:r>
              <a:rPr sz="2000" spc="200" dirty="0">
                <a:latin typeface="Lucida Sans Unicode"/>
                <a:cs typeface="Lucida Sans Unicode"/>
              </a:rPr>
              <a:t>  </a:t>
            </a:r>
            <a:r>
              <a:rPr sz="2000" spc="65" dirty="0">
                <a:latin typeface="Lucida Sans Unicode"/>
                <a:cs typeface="Lucida Sans Unicode"/>
              </a:rPr>
              <a:t>densidad</a:t>
            </a:r>
            <a:r>
              <a:rPr sz="2000" spc="204" dirty="0">
                <a:latin typeface="Lucida Sans Unicode"/>
                <a:cs typeface="Lucida Sans Unicode"/>
              </a:rPr>
              <a:t>  </a:t>
            </a:r>
            <a:r>
              <a:rPr sz="2000" spc="75" dirty="0">
                <a:latin typeface="Lucida Sans Unicode"/>
                <a:cs typeface="Lucida Sans Unicode"/>
              </a:rPr>
              <a:t>(línea</a:t>
            </a:r>
            <a:r>
              <a:rPr sz="2000" spc="200" dirty="0">
                <a:latin typeface="Lucida Sans Unicode"/>
                <a:cs typeface="Lucida Sans Unicode"/>
              </a:rPr>
              <a:t>  </a:t>
            </a:r>
            <a:r>
              <a:rPr sz="2000" spc="-20" dirty="0">
                <a:latin typeface="Lucida Sans Unicode"/>
                <a:cs typeface="Lucida Sans Unicode"/>
              </a:rPr>
              <a:t>KDE) </a:t>
            </a:r>
            <a:r>
              <a:rPr sz="2000" spc="65" dirty="0">
                <a:latin typeface="Lucida Sans Unicode"/>
                <a:cs typeface="Lucida Sans Unicode"/>
              </a:rPr>
              <a:t>muestra</a:t>
            </a:r>
            <a:r>
              <a:rPr sz="2000" spc="330" dirty="0">
                <a:latin typeface="Lucida Sans Unicode"/>
                <a:cs typeface="Lucida Sans Unicode"/>
              </a:rPr>
              <a:t>  </a:t>
            </a:r>
            <a:r>
              <a:rPr sz="2000" dirty="0">
                <a:latin typeface="Lucida Sans Unicode"/>
                <a:cs typeface="Lucida Sans Unicode"/>
              </a:rPr>
              <a:t>un</a:t>
            </a:r>
            <a:r>
              <a:rPr sz="2000" spc="330" dirty="0">
                <a:latin typeface="Lucida Sans Unicode"/>
                <a:cs typeface="Lucida Sans Unicode"/>
              </a:rPr>
              <a:t>  </a:t>
            </a:r>
            <a:r>
              <a:rPr sz="2000" spc="55" dirty="0">
                <a:latin typeface="Lucida Sans Unicode"/>
                <a:cs typeface="Lucida Sans Unicode"/>
              </a:rPr>
              <a:t>pico</a:t>
            </a:r>
            <a:r>
              <a:rPr sz="2000" spc="330" dirty="0">
                <a:latin typeface="Lucida Sans Unicode"/>
                <a:cs typeface="Lucida Sans Unicode"/>
              </a:rPr>
              <a:t>  </a:t>
            </a:r>
            <a:r>
              <a:rPr sz="2000" spc="50" dirty="0">
                <a:latin typeface="Lucida Sans Unicode"/>
                <a:cs typeface="Lucida Sans Unicode"/>
              </a:rPr>
              <a:t>pronunciado</a:t>
            </a:r>
            <a:r>
              <a:rPr sz="2000" spc="335" dirty="0">
                <a:latin typeface="Lucida Sans Unicode"/>
                <a:cs typeface="Lucida Sans Unicode"/>
              </a:rPr>
              <a:t>  </a:t>
            </a:r>
            <a:r>
              <a:rPr sz="2000" spc="95" dirty="0">
                <a:latin typeface="Lucida Sans Unicode"/>
                <a:cs typeface="Lucida Sans Unicode"/>
              </a:rPr>
              <a:t>hacia </a:t>
            </a:r>
            <a:r>
              <a:rPr sz="2000" spc="45" dirty="0">
                <a:latin typeface="Lucida Sans Unicode"/>
                <a:cs typeface="Lucida Sans Unicode"/>
              </a:rPr>
              <a:t>valores</a:t>
            </a:r>
            <a:r>
              <a:rPr sz="2000" spc="275" dirty="0">
                <a:latin typeface="Lucida Sans Unicode"/>
                <a:cs typeface="Lucida Sans Unicode"/>
              </a:rPr>
              <a:t> </a:t>
            </a:r>
            <a:r>
              <a:rPr sz="2000" dirty="0">
                <a:latin typeface="Lucida Sans Unicode"/>
                <a:cs typeface="Lucida Sans Unicode"/>
              </a:rPr>
              <a:t>bajos,</a:t>
            </a:r>
            <a:r>
              <a:rPr sz="2000" spc="280" dirty="0">
                <a:latin typeface="Lucida Sans Unicode"/>
                <a:cs typeface="Lucida Sans Unicode"/>
              </a:rPr>
              <a:t> </a:t>
            </a:r>
            <a:r>
              <a:rPr sz="2000" spc="55" dirty="0">
                <a:latin typeface="Lucida Sans Unicode"/>
                <a:cs typeface="Lucida Sans Unicode"/>
              </a:rPr>
              <a:t>indica</a:t>
            </a:r>
            <a:r>
              <a:rPr sz="2000" spc="275" dirty="0">
                <a:latin typeface="Lucida Sans Unicode"/>
                <a:cs typeface="Lucida Sans Unicode"/>
              </a:rPr>
              <a:t> </a:t>
            </a:r>
            <a:r>
              <a:rPr sz="2000" spc="75" dirty="0">
                <a:latin typeface="Lucida Sans Unicode"/>
                <a:cs typeface="Lucida Sans Unicode"/>
              </a:rPr>
              <a:t>que</a:t>
            </a:r>
            <a:r>
              <a:rPr sz="2000" spc="280" dirty="0">
                <a:latin typeface="Lucida Sans Unicode"/>
                <a:cs typeface="Lucida Sans Unicode"/>
              </a:rPr>
              <a:t> </a:t>
            </a:r>
            <a:r>
              <a:rPr sz="2000" spc="75" dirty="0">
                <a:latin typeface="Lucida Sans Unicode"/>
                <a:cs typeface="Lucida Sans Unicode"/>
              </a:rPr>
              <a:t>la</a:t>
            </a:r>
            <a:r>
              <a:rPr sz="2000" spc="280" dirty="0">
                <a:latin typeface="Lucida Sans Unicode"/>
                <a:cs typeface="Lucida Sans Unicode"/>
              </a:rPr>
              <a:t> </a:t>
            </a:r>
            <a:r>
              <a:rPr sz="2000" spc="85" dirty="0">
                <a:latin typeface="Lucida Sans Unicode"/>
                <a:cs typeface="Lucida Sans Unicode"/>
              </a:rPr>
              <a:t>mayoría</a:t>
            </a:r>
            <a:r>
              <a:rPr sz="2000" spc="275" dirty="0">
                <a:latin typeface="Lucida Sans Unicode"/>
                <a:cs typeface="Lucida Sans Unicode"/>
              </a:rPr>
              <a:t> </a:t>
            </a:r>
            <a:r>
              <a:rPr sz="2000" spc="75" dirty="0">
                <a:latin typeface="Lucida Sans Unicode"/>
                <a:cs typeface="Lucida Sans Unicode"/>
              </a:rPr>
              <a:t>de </a:t>
            </a:r>
            <a:r>
              <a:rPr sz="2000" spc="50" dirty="0">
                <a:latin typeface="Lucida Sans Unicode"/>
                <a:cs typeface="Lucida Sans Unicode"/>
              </a:rPr>
              <a:t>las</a:t>
            </a:r>
            <a:r>
              <a:rPr sz="2000" spc="35" dirty="0">
                <a:latin typeface="Lucida Sans Unicode"/>
                <a:cs typeface="Lucida Sans Unicode"/>
              </a:rPr>
              <a:t> </a:t>
            </a:r>
            <a:r>
              <a:rPr sz="2000" spc="55" dirty="0">
                <a:latin typeface="Lucida Sans Unicode"/>
                <a:cs typeface="Lucida Sans Unicode"/>
              </a:rPr>
              <a:t>mediciones</a:t>
            </a:r>
            <a:r>
              <a:rPr sz="2000" spc="40" dirty="0">
                <a:latin typeface="Lucida Sans Unicode"/>
                <a:cs typeface="Lucida Sans Unicode"/>
              </a:rPr>
              <a:t> </a:t>
            </a:r>
            <a:r>
              <a:rPr sz="2000" spc="100" dirty="0">
                <a:latin typeface="Lucida Sans Unicode"/>
                <a:cs typeface="Lucida Sans Unicode"/>
              </a:rPr>
              <a:t>de</a:t>
            </a:r>
            <a:r>
              <a:rPr sz="2000" spc="40" dirty="0">
                <a:latin typeface="Lucida Sans Unicode"/>
                <a:cs typeface="Lucida Sans Unicode"/>
              </a:rPr>
              <a:t> </a:t>
            </a:r>
            <a:r>
              <a:rPr sz="2000" dirty="0">
                <a:latin typeface="Lucida Sans Unicode"/>
                <a:cs typeface="Lucida Sans Unicode"/>
              </a:rPr>
              <a:t>monóxido</a:t>
            </a:r>
            <a:r>
              <a:rPr sz="2000" spc="35" dirty="0">
                <a:latin typeface="Lucida Sans Unicode"/>
                <a:cs typeface="Lucida Sans Unicode"/>
              </a:rPr>
              <a:t> </a:t>
            </a:r>
            <a:r>
              <a:rPr sz="2000" spc="100" dirty="0">
                <a:latin typeface="Lucida Sans Unicode"/>
                <a:cs typeface="Lucida Sans Unicode"/>
              </a:rPr>
              <a:t>de</a:t>
            </a:r>
            <a:r>
              <a:rPr sz="2000" spc="40" dirty="0">
                <a:latin typeface="Lucida Sans Unicode"/>
                <a:cs typeface="Lucida Sans Unicode"/>
              </a:rPr>
              <a:t> </a:t>
            </a:r>
            <a:r>
              <a:rPr sz="2000" spc="65" dirty="0">
                <a:latin typeface="Lucida Sans Unicode"/>
                <a:cs typeface="Lucida Sans Unicode"/>
              </a:rPr>
              <a:t>carbono </a:t>
            </a:r>
            <a:r>
              <a:rPr sz="2000" dirty="0">
                <a:latin typeface="Lucida Sans Unicode"/>
                <a:cs typeface="Lucida Sans Unicode"/>
              </a:rPr>
              <a:t>fueron</a:t>
            </a:r>
            <a:r>
              <a:rPr sz="2000" spc="290" dirty="0">
                <a:latin typeface="Lucida Sans Unicode"/>
                <a:cs typeface="Lucida Sans Unicode"/>
              </a:rPr>
              <a:t> </a:t>
            </a:r>
            <a:r>
              <a:rPr sz="2000" dirty="0">
                <a:latin typeface="Lucida Sans Unicode"/>
                <a:cs typeface="Lucida Sans Unicode"/>
              </a:rPr>
              <a:t>bajas,</a:t>
            </a:r>
            <a:r>
              <a:rPr sz="2000" spc="290" dirty="0">
                <a:latin typeface="Lucida Sans Unicode"/>
                <a:cs typeface="Lucida Sans Unicode"/>
              </a:rPr>
              <a:t> </a:t>
            </a:r>
            <a:r>
              <a:rPr sz="2000" dirty="0">
                <a:latin typeface="Lucida Sans Unicode"/>
                <a:cs typeface="Lucida Sans Unicode"/>
              </a:rPr>
              <a:t>lo</a:t>
            </a:r>
            <a:r>
              <a:rPr sz="2000" spc="290" dirty="0">
                <a:latin typeface="Lucida Sans Unicode"/>
                <a:cs typeface="Lucida Sans Unicode"/>
              </a:rPr>
              <a:t> </a:t>
            </a:r>
            <a:r>
              <a:rPr sz="2000" spc="90" dirty="0">
                <a:latin typeface="Lucida Sans Unicode"/>
                <a:cs typeface="Lucida Sans Unicode"/>
              </a:rPr>
              <a:t>cual</a:t>
            </a:r>
            <a:r>
              <a:rPr sz="2000" spc="290" dirty="0">
                <a:latin typeface="Lucida Sans Unicode"/>
                <a:cs typeface="Lucida Sans Unicode"/>
              </a:rPr>
              <a:t> </a:t>
            </a:r>
            <a:r>
              <a:rPr sz="2000" spc="60" dirty="0">
                <a:latin typeface="Lucida Sans Unicode"/>
                <a:cs typeface="Lucida Sans Unicode"/>
              </a:rPr>
              <a:t>es</a:t>
            </a:r>
            <a:r>
              <a:rPr sz="2000" spc="290" dirty="0">
                <a:latin typeface="Lucida Sans Unicode"/>
                <a:cs typeface="Lucida Sans Unicode"/>
              </a:rPr>
              <a:t> </a:t>
            </a:r>
            <a:r>
              <a:rPr sz="2000" dirty="0">
                <a:latin typeface="Lucida Sans Unicode"/>
                <a:cs typeface="Lucida Sans Unicode"/>
              </a:rPr>
              <a:t>positivo</a:t>
            </a:r>
            <a:r>
              <a:rPr sz="2000" spc="290" dirty="0">
                <a:latin typeface="Lucida Sans Unicode"/>
                <a:cs typeface="Lucida Sans Unicode"/>
              </a:rPr>
              <a:t> </a:t>
            </a:r>
            <a:r>
              <a:rPr sz="2000" spc="120" dirty="0">
                <a:latin typeface="Lucida Sans Unicode"/>
                <a:cs typeface="Lucida Sans Unicode"/>
              </a:rPr>
              <a:t>para</a:t>
            </a:r>
            <a:r>
              <a:rPr sz="2000" spc="290" dirty="0">
                <a:latin typeface="Lucida Sans Unicode"/>
                <a:cs typeface="Lucida Sans Unicode"/>
              </a:rPr>
              <a:t> </a:t>
            </a:r>
            <a:r>
              <a:rPr sz="2000" spc="50" dirty="0">
                <a:latin typeface="Lucida Sans Unicode"/>
                <a:cs typeface="Lucida Sans Unicode"/>
              </a:rPr>
              <a:t>la </a:t>
            </a:r>
            <a:r>
              <a:rPr sz="2000" spc="90" dirty="0">
                <a:latin typeface="Lucida Sans Unicode"/>
                <a:cs typeface="Lucida Sans Unicode"/>
              </a:rPr>
              <a:t>calidad</a:t>
            </a:r>
            <a:r>
              <a:rPr sz="2000" spc="-40" dirty="0">
                <a:latin typeface="Lucida Sans Unicode"/>
                <a:cs typeface="Lucida Sans Unicode"/>
              </a:rPr>
              <a:t> </a:t>
            </a:r>
            <a:r>
              <a:rPr sz="2000" dirty="0">
                <a:latin typeface="Lucida Sans Unicode"/>
                <a:cs typeface="Lucida Sans Unicode"/>
              </a:rPr>
              <a:t>del</a:t>
            </a:r>
            <a:r>
              <a:rPr sz="2000" spc="-35" dirty="0">
                <a:latin typeface="Lucida Sans Unicode"/>
                <a:cs typeface="Lucida Sans Unicode"/>
              </a:rPr>
              <a:t> </a:t>
            </a:r>
            <a:r>
              <a:rPr sz="2000" spc="-20" dirty="0">
                <a:latin typeface="Lucida Sans Unicode"/>
                <a:cs typeface="Lucida Sans Unicode"/>
              </a:rPr>
              <a:t>aire.</a:t>
            </a:r>
            <a:endParaRPr sz="2000">
              <a:latin typeface="Lucida Sans Unicode"/>
              <a:cs typeface="Lucida Sans Unicode"/>
            </a:endParaRPr>
          </a:p>
          <a:p>
            <a:pPr marL="12700" marR="5080" algn="just">
              <a:lnSpc>
                <a:spcPct val="115599"/>
              </a:lnSpc>
            </a:pPr>
            <a:r>
              <a:rPr sz="2000" dirty="0">
                <a:latin typeface="Lucida Sans Unicode"/>
                <a:cs typeface="Lucida Sans Unicode"/>
              </a:rPr>
              <a:t>En</a:t>
            </a:r>
            <a:r>
              <a:rPr sz="2000" spc="-80" dirty="0">
                <a:latin typeface="Lucida Sans Unicode"/>
                <a:cs typeface="Lucida Sans Unicode"/>
              </a:rPr>
              <a:t> </a:t>
            </a:r>
            <a:r>
              <a:rPr sz="2000" spc="55" dirty="0">
                <a:latin typeface="Lucida Sans Unicode"/>
                <a:cs typeface="Lucida Sans Unicode"/>
              </a:rPr>
              <a:t>cambio,</a:t>
            </a:r>
            <a:r>
              <a:rPr sz="2000" spc="-75" dirty="0">
                <a:latin typeface="Lucida Sans Unicode"/>
                <a:cs typeface="Lucida Sans Unicode"/>
              </a:rPr>
              <a:t> </a:t>
            </a:r>
            <a:r>
              <a:rPr sz="2000" dirty="0">
                <a:latin typeface="Lucida Sans Unicode"/>
                <a:cs typeface="Lucida Sans Unicode"/>
              </a:rPr>
              <a:t>si</a:t>
            </a:r>
            <a:r>
              <a:rPr sz="2000" spc="-75" dirty="0">
                <a:latin typeface="Lucida Sans Unicode"/>
                <a:cs typeface="Lucida Sans Unicode"/>
              </a:rPr>
              <a:t> </a:t>
            </a:r>
            <a:r>
              <a:rPr sz="2000" spc="60" dirty="0">
                <a:latin typeface="Lucida Sans Unicode"/>
                <a:cs typeface="Lucida Sans Unicode"/>
              </a:rPr>
              <a:t>se</a:t>
            </a:r>
            <a:r>
              <a:rPr sz="2000" spc="-75" dirty="0">
                <a:latin typeface="Lucida Sans Unicode"/>
                <a:cs typeface="Lucida Sans Unicode"/>
              </a:rPr>
              <a:t> </a:t>
            </a:r>
            <a:r>
              <a:rPr sz="2000" spc="70" dirty="0">
                <a:latin typeface="Lucida Sans Unicode"/>
                <a:cs typeface="Lucida Sans Unicode"/>
              </a:rPr>
              <a:t>observa</a:t>
            </a:r>
            <a:r>
              <a:rPr sz="2000" spc="-75" dirty="0">
                <a:latin typeface="Lucida Sans Unicode"/>
                <a:cs typeface="Lucida Sans Unicode"/>
              </a:rPr>
              <a:t> </a:t>
            </a:r>
            <a:r>
              <a:rPr sz="2000" spc="100" dirty="0">
                <a:latin typeface="Lucida Sans Unicode"/>
                <a:cs typeface="Lucida Sans Unicode"/>
              </a:rPr>
              <a:t>una</a:t>
            </a:r>
            <a:r>
              <a:rPr sz="2000" spc="-75" dirty="0">
                <a:latin typeface="Lucida Sans Unicode"/>
                <a:cs typeface="Lucida Sans Unicode"/>
              </a:rPr>
              <a:t> </a:t>
            </a:r>
            <a:r>
              <a:rPr sz="2000" spc="-10" dirty="0">
                <a:latin typeface="Lucida Sans Unicode"/>
                <a:cs typeface="Lucida Sans Unicode"/>
              </a:rPr>
              <a:t>distribución </a:t>
            </a:r>
            <a:r>
              <a:rPr sz="2000" spc="140" dirty="0">
                <a:latin typeface="Lucida Sans Unicode"/>
                <a:cs typeface="Lucida Sans Unicode"/>
              </a:rPr>
              <a:t>más</a:t>
            </a:r>
            <a:r>
              <a:rPr sz="2000" spc="70" dirty="0">
                <a:latin typeface="Lucida Sans Unicode"/>
                <a:cs typeface="Lucida Sans Unicode"/>
              </a:rPr>
              <a:t> </a:t>
            </a:r>
            <a:r>
              <a:rPr sz="2000" dirty="0">
                <a:latin typeface="Lucida Sans Unicode"/>
                <a:cs typeface="Lucida Sans Unicode"/>
              </a:rPr>
              <a:t>extendida</a:t>
            </a:r>
            <a:r>
              <a:rPr sz="2000" spc="70" dirty="0">
                <a:latin typeface="Lucida Sans Unicode"/>
                <a:cs typeface="Lucida Sans Unicode"/>
              </a:rPr>
              <a:t> </a:t>
            </a:r>
            <a:r>
              <a:rPr sz="2000" dirty="0">
                <a:latin typeface="Lucida Sans Unicode"/>
                <a:cs typeface="Lucida Sans Unicode"/>
              </a:rPr>
              <a:t>o</a:t>
            </a:r>
            <a:r>
              <a:rPr sz="2000" spc="75" dirty="0">
                <a:latin typeface="Lucida Sans Unicode"/>
                <a:cs typeface="Lucida Sans Unicode"/>
              </a:rPr>
              <a:t> </a:t>
            </a:r>
            <a:r>
              <a:rPr sz="2000" spc="85" dirty="0">
                <a:latin typeface="Lucida Sans Unicode"/>
                <a:cs typeface="Lucida Sans Unicode"/>
              </a:rPr>
              <a:t>con</a:t>
            </a:r>
            <a:r>
              <a:rPr sz="2000" spc="70" dirty="0">
                <a:latin typeface="Lucida Sans Unicode"/>
                <a:cs typeface="Lucida Sans Unicode"/>
              </a:rPr>
              <a:t> </a:t>
            </a:r>
            <a:r>
              <a:rPr sz="2000" dirty="0">
                <a:latin typeface="Lucida Sans Unicode"/>
                <a:cs typeface="Lucida Sans Unicode"/>
              </a:rPr>
              <a:t>varios</a:t>
            </a:r>
            <a:r>
              <a:rPr sz="2000" spc="75" dirty="0">
                <a:latin typeface="Lucida Sans Unicode"/>
                <a:cs typeface="Lucida Sans Unicode"/>
              </a:rPr>
              <a:t> </a:t>
            </a:r>
            <a:r>
              <a:rPr sz="2000" dirty="0">
                <a:latin typeface="Lucida Sans Unicode"/>
                <a:cs typeface="Lucida Sans Unicode"/>
              </a:rPr>
              <a:t>picos,</a:t>
            </a:r>
            <a:r>
              <a:rPr sz="2000" spc="70" dirty="0">
                <a:latin typeface="Lucida Sans Unicode"/>
                <a:cs typeface="Lucida Sans Unicode"/>
              </a:rPr>
              <a:t> </a:t>
            </a:r>
            <a:r>
              <a:rPr sz="2000" spc="75" dirty="0">
                <a:latin typeface="Lucida Sans Unicode"/>
                <a:cs typeface="Lucida Sans Unicode"/>
              </a:rPr>
              <a:t>puede </a:t>
            </a:r>
            <a:r>
              <a:rPr sz="2000" dirty="0">
                <a:latin typeface="Lucida Sans Unicode"/>
                <a:cs typeface="Lucida Sans Unicode"/>
              </a:rPr>
              <a:t>reflejar</a:t>
            </a:r>
            <a:r>
              <a:rPr sz="2000" spc="-25" dirty="0">
                <a:latin typeface="Lucida Sans Unicode"/>
                <a:cs typeface="Lucida Sans Unicode"/>
              </a:rPr>
              <a:t>  </a:t>
            </a:r>
            <a:r>
              <a:rPr sz="2000" spc="60" dirty="0">
                <a:latin typeface="Lucida Sans Unicode"/>
                <a:cs typeface="Lucida Sans Unicode"/>
              </a:rPr>
              <a:t>variaciones</a:t>
            </a:r>
            <a:r>
              <a:rPr sz="2000" spc="-20" dirty="0">
                <a:latin typeface="Lucida Sans Unicode"/>
                <a:cs typeface="Lucida Sans Unicode"/>
              </a:rPr>
              <a:t>  </a:t>
            </a:r>
            <a:r>
              <a:rPr sz="2000" dirty="0">
                <a:latin typeface="Lucida Sans Unicode"/>
                <a:cs typeface="Lucida Sans Unicode"/>
              </a:rPr>
              <a:t>significativas</a:t>
            </a:r>
            <a:r>
              <a:rPr sz="2000" spc="-25" dirty="0">
                <a:latin typeface="Lucida Sans Unicode"/>
                <a:cs typeface="Lucida Sans Unicode"/>
              </a:rPr>
              <a:t>  </a:t>
            </a:r>
            <a:r>
              <a:rPr sz="2000" spc="75" dirty="0">
                <a:latin typeface="Lucida Sans Unicode"/>
                <a:cs typeface="Lucida Sans Unicode"/>
              </a:rPr>
              <a:t>en</a:t>
            </a:r>
            <a:r>
              <a:rPr sz="2000" spc="-20" dirty="0">
                <a:latin typeface="Lucida Sans Unicode"/>
                <a:cs typeface="Lucida Sans Unicode"/>
              </a:rPr>
              <a:t>  </a:t>
            </a:r>
            <a:r>
              <a:rPr sz="2000" spc="-25" dirty="0">
                <a:latin typeface="Lucida Sans Unicode"/>
                <a:cs typeface="Lucida Sans Unicode"/>
              </a:rPr>
              <a:t>los </a:t>
            </a:r>
            <a:r>
              <a:rPr sz="2000" dirty="0">
                <a:latin typeface="Lucida Sans Unicode"/>
                <a:cs typeface="Lucida Sans Unicode"/>
              </a:rPr>
              <a:t>niveles</a:t>
            </a:r>
            <a:r>
              <a:rPr sz="2000" spc="270" dirty="0">
                <a:latin typeface="Lucida Sans Unicode"/>
                <a:cs typeface="Lucida Sans Unicode"/>
              </a:rPr>
              <a:t>  </a:t>
            </a:r>
            <a:r>
              <a:rPr sz="2000" spc="100" dirty="0">
                <a:latin typeface="Lucida Sans Unicode"/>
                <a:cs typeface="Lucida Sans Unicode"/>
              </a:rPr>
              <a:t>de</a:t>
            </a:r>
            <a:r>
              <a:rPr sz="2000" spc="270" dirty="0">
                <a:latin typeface="Lucida Sans Unicode"/>
                <a:cs typeface="Lucida Sans Unicode"/>
              </a:rPr>
              <a:t>  </a:t>
            </a:r>
            <a:r>
              <a:rPr sz="2000" spc="75" dirty="0">
                <a:latin typeface="Lucida Sans Unicode"/>
                <a:cs typeface="Lucida Sans Unicode"/>
              </a:rPr>
              <a:t>contaminación</a:t>
            </a:r>
            <a:r>
              <a:rPr sz="2000" spc="270" dirty="0">
                <a:latin typeface="Lucida Sans Unicode"/>
                <a:cs typeface="Lucida Sans Unicode"/>
              </a:rPr>
              <a:t>  </a:t>
            </a:r>
            <a:r>
              <a:rPr sz="2000" spc="55" dirty="0">
                <a:latin typeface="Lucida Sans Unicode"/>
                <a:cs typeface="Lucida Sans Unicode"/>
              </a:rPr>
              <a:t>durante</a:t>
            </a:r>
            <a:r>
              <a:rPr sz="2000" spc="270" dirty="0">
                <a:latin typeface="Lucida Sans Unicode"/>
                <a:cs typeface="Lucida Sans Unicode"/>
              </a:rPr>
              <a:t>  </a:t>
            </a:r>
            <a:r>
              <a:rPr sz="2000" spc="-25" dirty="0">
                <a:latin typeface="Lucida Sans Unicode"/>
                <a:cs typeface="Lucida Sans Unicode"/>
              </a:rPr>
              <a:t>el </a:t>
            </a:r>
            <a:r>
              <a:rPr sz="2000" dirty="0">
                <a:latin typeface="Lucida Sans Unicode"/>
                <a:cs typeface="Lucida Sans Unicode"/>
              </a:rPr>
              <a:t>periodo</a:t>
            </a:r>
            <a:r>
              <a:rPr sz="2000" spc="105" dirty="0">
                <a:latin typeface="Lucida Sans Unicode"/>
                <a:cs typeface="Lucida Sans Unicode"/>
              </a:rPr>
              <a:t> </a:t>
            </a:r>
            <a:r>
              <a:rPr sz="2000" spc="-10" dirty="0">
                <a:latin typeface="Lucida Sans Unicode"/>
                <a:cs typeface="Lucida Sans Unicode"/>
              </a:rPr>
              <a:t>medido.</a:t>
            </a:r>
            <a:endParaRPr sz="2000">
              <a:latin typeface="Lucida Sans Unicode"/>
              <a:cs typeface="Lucida Sans Unicode"/>
            </a:endParaRPr>
          </a:p>
        </p:txBody>
      </p:sp>
      <p:pic>
        <p:nvPicPr>
          <p:cNvPr id="16" name="Imagen 15">
            <a:extLst>
              <a:ext uri="{FF2B5EF4-FFF2-40B4-BE49-F238E27FC236}">
                <a16:creationId xmlns:a16="http://schemas.microsoft.com/office/drawing/2014/main" id="{1A5EE1A0-D025-5435-19CE-76B206C03E84}"/>
              </a:ext>
            </a:extLst>
          </p:cNvPr>
          <p:cNvPicPr>
            <a:picLocks noChangeAspect="1"/>
          </p:cNvPicPr>
          <p:nvPr/>
        </p:nvPicPr>
        <p:blipFill>
          <a:blip r:embed="rId3"/>
          <a:stretch>
            <a:fillRect/>
          </a:stretch>
        </p:blipFill>
        <p:spPr>
          <a:xfrm>
            <a:off x="7198852" y="3102590"/>
            <a:ext cx="9560299" cy="56673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8890" rIns="0" bIns="0" rtlCol="0">
            <a:spAutoFit/>
          </a:bodyPr>
          <a:lstStyle/>
          <a:p>
            <a:pPr marL="7271384" marR="5080" indent="-5469890">
              <a:lnSpc>
                <a:spcPct val="115900"/>
              </a:lnSpc>
              <a:spcBef>
                <a:spcPts val="100"/>
              </a:spcBef>
            </a:pPr>
            <a:r>
              <a:rPr sz="5500" spc="295" dirty="0"/>
              <a:t>Boxplot</a:t>
            </a:r>
            <a:r>
              <a:rPr sz="5500" spc="-145" dirty="0"/>
              <a:t> </a:t>
            </a:r>
            <a:r>
              <a:rPr sz="5500" spc="235" dirty="0"/>
              <a:t>de</a:t>
            </a:r>
            <a:r>
              <a:rPr sz="5500" spc="-145" dirty="0"/>
              <a:t> </a:t>
            </a:r>
            <a:r>
              <a:rPr sz="5500" spc="615" dirty="0"/>
              <a:t>CO(GT)</a:t>
            </a:r>
            <a:r>
              <a:rPr sz="5500" spc="-145" dirty="0"/>
              <a:t> </a:t>
            </a:r>
            <a:r>
              <a:rPr sz="5500" dirty="0"/>
              <a:t>–</a:t>
            </a:r>
            <a:r>
              <a:rPr sz="5500" spc="-145" dirty="0"/>
              <a:t> </a:t>
            </a:r>
            <a:r>
              <a:rPr sz="5500" spc="370" dirty="0"/>
              <a:t>Detección</a:t>
            </a:r>
            <a:r>
              <a:rPr sz="5500" spc="-140" dirty="0"/>
              <a:t> </a:t>
            </a:r>
            <a:r>
              <a:rPr sz="5500" spc="235" dirty="0"/>
              <a:t>de</a:t>
            </a:r>
            <a:r>
              <a:rPr sz="5500" spc="-145" dirty="0"/>
              <a:t> </a:t>
            </a:r>
            <a:r>
              <a:rPr sz="5500" spc="310" dirty="0"/>
              <a:t>valores </a:t>
            </a:r>
            <a:r>
              <a:rPr sz="5500" spc="355" dirty="0"/>
              <a:t>atípicos</a:t>
            </a:r>
            <a:endParaRPr sz="5500"/>
          </a:p>
        </p:txBody>
      </p:sp>
      <p:sp>
        <p:nvSpPr>
          <p:cNvPr id="3" name="object 3"/>
          <p:cNvSpPr txBox="1"/>
          <p:nvPr/>
        </p:nvSpPr>
        <p:spPr>
          <a:xfrm>
            <a:off x="372903" y="3818439"/>
            <a:ext cx="4079240" cy="3692525"/>
          </a:xfrm>
          <a:prstGeom prst="rect">
            <a:avLst/>
          </a:prstGeom>
        </p:spPr>
        <p:txBody>
          <a:bodyPr vert="horz" wrap="square" lIns="0" tIns="12700" rIns="0" bIns="0" rtlCol="0">
            <a:spAutoFit/>
          </a:bodyPr>
          <a:lstStyle/>
          <a:p>
            <a:pPr marL="12700" marR="5080" algn="just">
              <a:lnSpc>
                <a:spcPct val="115100"/>
              </a:lnSpc>
              <a:spcBef>
                <a:spcPts val="100"/>
              </a:spcBef>
            </a:pPr>
            <a:r>
              <a:rPr sz="1900" dirty="0">
                <a:solidFill>
                  <a:srgbClr val="FFFFFF"/>
                </a:solidFill>
                <a:latin typeface="Lucida Sans Unicode"/>
                <a:cs typeface="Lucida Sans Unicode"/>
              </a:rPr>
              <a:t>La</a:t>
            </a:r>
            <a:r>
              <a:rPr sz="1900" spc="-70" dirty="0">
                <a:solidFill>
                  <a:srgbClr val="FFFFFF"/>
                </a:solidFill>
                <a:latin typeface="Lucida Sans Unicode"/>
                <a:cs typeface="Lucida Sans Unicode"/>
              </a:rPr>
              <a:t> </a:t>
            </a:r>
            <a:r>
              <a:rPr sz="1900" spc="65" dirty="0">
                <a:solidFill>
                  <a:srgbClr val="FFFFFF"/>
                </a:solidFill>
                <a:latin typeface="Lucida Sans Unicode"/>
                <a:cs typeface="Lucida Sans Unicode"/>
              </a:rPr>
              <a:t>gráfica</a:t>
            </a:r>
            <a:r>
              <a:rPr sz="1900" spc="-70" dirty="0">
                <a:solidFill>
                  <a:srgbClr val="FFFFFF"/>
                </a:solidFill>
                <a:latin typeface="Lucida Sans Unicode"/>
                <a:cs typeface="Lucida Sans Unicode"/>
              </a:rPr>
              <a:t> </a:t>
            </a:r>
            <a:r>
              <a:rPr sz="1900" spc="65" dirty="0">
                <a:solidFill>
                  <a:srgbClr val="FFFFFF"/>
                </a:solidFill>
                <a:latin typeface="Lucida Sans Unicode"/>
                <a:cs typeface="Lucida Sans Unicode"/>
              </a:rPr>
              <a:t>muestra</a:t>
            </a:r>
            <a:r>
              <a:rPr sz="1900" spc="-70" dirty="0">
                <a:solidFill>
                  <a:srgbClr val="FFFFFF"/>
                </a:solidFill>
                <a:latin typeface="Lucida Sans Unicode"/>
                <a:cs typeface="Lucida Sans Unicode"/>
              </a:rPr>
              <a:t> </a:t>
            </a:r>
            <a:r>
              <a:rPr sz="1900" spc="70" dirty="0">
                <a:solidFill>
                  <a:srgbClr val="FFFFFF"/>
                </a:solidFill>
                <a:latin typeface="Lucida Sans Unicode"/>
                <a:cs typeface="Lucida Sans Unicode"/>
              </a:rPr>
              <a:t>la</a:t>
            </a:r>
            <a:r>
              <a:rPr sz="1900" spc="-70" dirty="0">
                <a:solidFill>
                  <a:srgbClr val="FFFFFF"/>
                </a:solidFill>
                <a:latin typeface="Lucida Sans Unicode"/>
                <a:cs typeface="Lucida Sans Unicode"/>
              </a:rPr>
              <a:t> </a:t>
            </a:r>
            <a:r>
              <a:rPr sz="1900" spc="-10" dirty="0">
                <a:solidFill>
                  <a:srgbClr val="FFFFFF"/>
                </a:solidFill>
                <a:latin typeface="Lucida Sans Unicode"/>
                <a:cs typeface="Lucida Sans Unicode"/>
              </a:rPr>
              <a:t>distribución </a:t>
            </a:r>
            <a:r>
              <a:rPr sz="1900" spc="90" dirty="0">
                <a:solidFill>
                  <a:srgbClr val="FFFFFF"/>
                </a:solidFill>
                <a:latin typeface="Lucida Sans Unicode"/>
                <a:cs typeface="Lucida Sans Unicode"/>
              </a:rPr>
              <a:t>de</a:t>
            </a:r>
            <a:r>
              <a:rPr sz="1900" spc="204" dirty="0">
                <a:solidFill>
                  <a:srgbClr val="FFFFFF"/>
                </a:solidFill>
                <a:latin typeface="Lucida Sans Unicode"/>
                <a:cs typeface="Lucida Sans Unicode"/>
              </a:rPr>
              <a:t>   </a:t>
            </a:r>
            <a:r>
              <a:rPr sz="1900" spc="70" dirty="0">
                <a:solidFill>
                  <a:srgbClr val="FFFFFF"/>
                </a:solidFill>
                <a:latin typeface="Lucida Sans Unicode"/>
                <a:cs typeface="Lucida Sans Unicode"/>
              </a:rPr>
              <a:t>la</a:t>
            </a:r>
            <a:r>
              <a:rPr sz="1900" spc="210" dirty="0">
                <a:solidFill>
                  <a:srgbClr val="FFFFFF"/>
                </a:solidFill>
                <a:latin typeface="Lucida Sans Unicode"/>
                <a:cs typeface="Lucida Sans Unicode"/>
              </a:rPr>
              <a:t>   </a:t>
            </a:r>
            <a:r>
              <a:rPr sz="1900" spc="55" dirty="0">
                <a:solidFill>
                  <a:srgbClr val="FFFFFF"/>
                </a:solidFill>
                <a:latin typeface="Lucida Sans Unicode"/>
                <a:cs typeface="Lucida Sans Unicode"/>
              </a:rPr>
              <a:t>variable</a:t>
            </a:r>
            <a:r>
              <a:rPr sz="1900" spc="210" dirty="0">
                <a:solidFill>
                  <a:srgbClr val="FFFFFF"/>
                </a:solidFill>
                <a:latin typeface="Lucida Sans Unicode"/>
                <a:cs typeface="Lucida Sans Unicode"/>
              </a:rPr>
              <a:t>   </a:t>
            </a:r>
            <a:r>
              <a:rPr sz="1900" spc="70" dirty="0">
                <a:solidFill>
                  <a:srgbClr val="FFFFFF"/>
                </a:solidFill>
                <a:latin typeface="Lucida Sans Unicode"/>
                <a:cs typeface="Lucida Sans Unicode"/>
              </a:rPr>
              <a:t>numérica</a:t>
            </a:r>
            <a:r>
              <a:rPr sz="1900" spc="210" dirty="0">
                <a:solidFill>
                  <a:srgbClr val="FFFFFF"/>
                </a:solidFill>
                <a:latin typeface="Lucida Sans Unicode"/>
                <a:cs typeface="Lucida Sans Unicode"/>
              </a:rPr>
              <a:t>   </a:t>
            </a:r>
            <a:r>
              <a:rPr sz="1900" spc="25" dirty="0">
                <a:solidFill>
                  <a:srgbClr val="FFFFFF"/>
                </a:solidFill>
                <a:latin typeface="Lucida Sans Unicode"/>
                <a:cs typeface="Lucida Sans Unicode"/>
              </a:rPr>
              <a:t>y </a:t>
            </a:r>
            <a:r>
              <a:rPr sz="1900" dirty="0">
                <a:solidFill>
                  <a:srgbClr val="FFFFFF"/>
                </a:solidFill>
                <a:latin typeface="Lucida Sans Unicode"/>
                <a:cs typeface="Lucida Sans Unicode"/>
              </a:rPr>
              <a:t>permite</a:t>
            </a:r>
            <a:r>
              <a:rPr sz="1900" spc="330" dirty="0">
                <a:solidFill>
                  <a:srgbClr val="FFFFFF"/>
                </a:solidFill>
                <a:latin typeface="Lucida Sans Unicode"/>
                <a:cs typeface="Lucida Sans Unicode"/>
              </a:rPr>
              <a:t>    </a:t>
            </a:r>
            <a:r>
              <a:rPr sz="1900" dirty="0">
                <a:solidFill>
                  <a:srgbClr val="FFFFFF"/>
                </a:solidFill>
                <a:latin typeface="Lucida Sans Unicode"/>
                <a:cs typeface="Lucida Sans Unicode"/>
              </a:rPr>
              <a:t>identificar</a:t>
            </a:r>
            <a:r>
              <a:rPr sz="1900" spc="330" dirty="0">
                <a:solidFill>
                  <a:srgbClr val="FFFFFF"/>
                </a:solidFill>
                <a:latin typeface="Lucida Sans Unicode"/>
                <a:cs typeface="Lucida Sans Unicode"/>
              </a:rPr>
              <a:t>    </a:t>
            </a:r>
            <a:r>
              <a:rPr sz="1900" spc="-10" dirty="0">
                <a:solidFill>
                  <a:srgbClr val="FFFFFF"/>
                </a:solidFill>
                <a:latin typeface="Lucida Sans Unicode"/>
                <a:cs typeface="Lucida Sans Unicode"/>
              </a:rPr>
              <a:t>posibles </a:t>
            </a:r>
            <a:r>
              <a:rPr sz="1900" dirty="0">
                <a:solidFill>
                  <a:srgbClr val="FFFFFF"/>
                </a:solidFill>
                <a:latin typeface="Lucida Sans Unicode"/>
                <a:cs typeface="Lucida Sans Unicode"/>
              </a:rPr>
              <a:t>valores</a:t>
            </a:r>
            <a:r>
              <a:rPr sz="1900" spc="200" dirty="0">
                <a:solidFill>
                  <a:srgbClr val="FFFFFF"/>
                </a:solidFill>
                <a:latin typeface="Lucida Sans Unicode"/>
                <a:cs typeface="Lucida Sans Unicode"/>
              </a:rPr>
              <a:t> </a:t>
            </a:r>
            <a:r>
              <a:rPr sz="1900" spc="-10" dirty="0">
                <a:solidFill>
                  <a:srgbClr val="FFFFFF"/>
                </a:solidFill>
                <a:latin typeface="Lucida Sans Unicode"/>
                <a:cs typeface="Lucida Sans Unicode"/>
              </a:rPr>
              <a:t>atípicos.</a:t>
            </a:r>
            <a:endParaRPr sz="1900" dirty="0">
              <a:latin typeface="Lucida Sans Unicode"/>
              <a:cs typeface="Lucida Sans Unicode"/>
            </a:endParaRPr>
          </a:p>
          <a:p>
            <a:pPr marL="12700" marR="5080" algn="just">
              <a:lnSpc>
                <a:spcPct val="115100"/>
              </a:lnSpc>
            </a:pPr>
            <a:r>
              <a:rPr sz="1900" spc="90" dirty="0">
                <a:solidFill>
                  <a:srgbClr val="FFFFFF"/>
                </a:solidFill>
                <a:latin typeface="Lucida Sans Unicode"/>
                <a:cs typeface="Lucida Sans Unicode"/>
              </a:rPr>
              <a:t>Se</a:t>
            </a:r>
            <a:r>
              <a:rPr sz="1900" spc="-40" dirty="0">
                <a:solidFill>
                  <a:srgbClr val="FFFFFF"/>
                </a:solidFill>
                <a:latin typeface="Lucida Sans Unicode"/>
                <a:cs typeface="Lucida Sans Unicode"/>
              </a:rPr>
              <a:t> </a:t>
            </a:r>
            <a:r>
              <a:rPr sz="1900" spc="65" dirty="0">
                <a:solidFill>
                  <a:srgbClr val="FFFFFF"/>
                </a:solidFill>
                <a:latin typeface="Lucida Sans Unicode"/>
                <a:cs typeface="Lucida Sans Unicode"/>
              </a:rPr>
              <a:t>observa</a:t>
            </a:r>
            <a:r>
              <a:rPr sz="1900" spc="-35" dirty="0">
                <a:solidFill>
                  <a:srgbClr val="FFFFFF"/>
                </a:solidFill>
                <a:latin typeface="Lucida Sans Unicode"/>
                <a:cs typeface="Lucida Sans Unicode"/>
              </a:rPr>
              <a:t> </a:t>
            </a:r>
            <a:r>
              <a:rPr sz="1900" spc="70" dirty="0">
                <a:solidFill>
                  <a:srgbClr val="FFFFFF"/>
                </a:solidFill>
                <a:latin typeface="Lucida Sans Unicode"/>
                <a:cs typeface="Lucida Sans Unicode"/>
              </a:rPr>
              <a:t>que</a:t>
            </a:r>
            <a:r>
              <a:rPr sz="1900" spc="-35" dirty="0">
                <a:solidFill>
                  <a:srgbClr val="FFFFFF"/>
                </a:solidFill>
                <a:latin typeface="Lucida Sans Unicode"/>
                <a:cs typeface="Lucida Sans Unicode"/>
              </a:rPr>
              <a:t> </a:t>
            </a:r>
            <a:r>
              <a:rPr sz="1900" spc="70" dirty="0">
                <a:solidFill>
                  <a:srgbClr val="FFFFFF"/>
                </a:solidFill>
                <a:latin typeface="Lucida Sans Unicode"/>
                <a:cs typeface="Lucida Sans Unicode"/>
              </a:rPr>
              <a:t>la</a:t>
            </a:r>
            <a:r>
              <a:rPr sz="1900" spc="-40" dirty="0">
                <a:solidFill>
                  <a:srgbClr val="FFFFFF"/>
                </a:solidFill>
                <a:latin typeface="Lucida Sans Unicode"/>
                <a:cs typeface="Lucida Sans Unicode"/>
              </a:rPr>
              <a:t> </a:t>
            </a:r>
            <a:r>
              <a:rPr sz="1900" spc="80" dirty="0">
                <a:solidFill>
                  <a:srgbClr val="FFFFFF"/>
                </a:solidFill>
                <a:latin typeface="Lucida Sans Unicode"/>
                <a:cs typeface="Lucida Sans Unicode"/>
              </a:rPr>
              <a:t>mayoría</a:t>
            </a:r>
            <a:r>
              <a:rPr sz="1900" spc="-35" dirty="0">
                <a:solidFill>
                  <a:srgbClr val="FFFFFF"/>
                </a:solidFill>
                <a:latin typeface="Lucida Sans Unicode"/>
                <a:cs typeface="Lucida Sans Unicode"/>
              </a:rPr>
              <a:t> </a:t>
            </a:r>
            <a:r>
              <a:rPr sz="1900" spc="90" dirty="0">
                <a:solidFill>
                  <a:srgbClr val="FFFFFF"/>
                </a:solidFill>
                <a:latin typeface="Lucida Sans Unicode"/>
                <a:cs typeface="Lucida Sans Unicode"/>
              </a:rPr>
              <a:t>de</a:t>
            </a:r>
            <a:r>
              <a:rPr sz="1900" spc="-35" dirty="0">
                <a:solidFill>
                  <a:srgbClr val="FFFFFF"/>
                </a:solidFill>
                <a:latin typeface="Lucida Sans Unicode"/>
                <a:cs typeface="Lucida Sans Unicode"/>
              </a:rPr>
              <a:t> </a:t>
            </a:r>
            <a:r>
              <a:rPr sz="1900" spc="-25" dirty="0">
                <a:solidFill>
                  <a:srgbClr val="FFFFFF"/>
                </a:solidFill>
                <a:latin typeface="Lucida Sans Unicode"/>
                <a:cs typeface="Lucida Sans Unicode"/>
              </a:rPr>
              <a:t>los </a:t>
            </a:r>
            <a:r>
              <a:rPr sz="1900" spc="65" dirty="0">
                <a:solidFill>
                  <a:srgbClr val="FFFFFF"/>
                </a:solidFill>
                <a:latin typeface="Lucida Sans Unicode"/>
                <a:cs typeface="Lucida Sans Unicode"/>
              </a:rPr>
              <a:t>datos</a:t>
            </a:r>
            <a:r>
              <a:rPr sz="1900" spc="-40" dirty="0">
                <a:solidFill>
                  <a:srgbClr val="FFFFFF"/>
                </a:solidFill>
                <a:latin typeface="Lucida Sans Unicode"/>
                <a:cs typeface="Lucida Sans Unicode"/>
              </a:rPr>
              <a:t> </a:t>
            </a:r>
            <a:r>
              <a:rPr sz="1900" spc="65" dirty="0">
                <a:solidFill>
                  <a:srgbClr val="FFFFFF"/>
                </a:solidFill>
                <a:latin typeface="Lucida Sans Unicode"/>
                <a:cs typeface="Lucida Sans Unicode"/>
              </a:rPr>
              <a:t>se</a:t>
            </a:r>
            <a:r>
              <a:rPr sz="1900" spc="-40" dirty="0">
                <a:solidFill>
                  <a:srgbClr val="FFFFFF"/>
                </a:solidFill>
                <a:latin typeface="Lucida Sans Unicode"/>
                <a:cs typeface="Lucida Sans Unicode"/>
              </a:rPr>
              <a:t> </a:t>
            </a:r>
            <a:r>
              <a:rPr sz="1900" spc="70" dirty="0">
                <a:solidFill>
                  <a:srgbClr val="FFFFFF"/>
                </a:solidFill>
                <a:latin typeface="Lucida Sans Unicode"/>
                <a:cs typeface="Lucida Sans Unicode"/>
              </a:rPr>
              <a:t>concentran</a:t>
            </a:r>
            <a:r>
              <a:rPr sz="1900" spc="-40" dirty="0">
                <a:solidFill>
                  <a:srgbClr val="FFFFFF"/>
                </a:solidFill>
                <a:latin typeface="Lucida Sans Unicode"/>
                <a:cs typeface="Lucida Sans Unicode"/>
              </a:rPr>
              <a:t> </a:t>
            </a:r>
            <a:r>
              <a:rPr sz="1900" spc="65" dirty="0">
                <a:solidFill>
                  <a:srgbClr val="FFFFFF"/>
                </a:solidFill>
                <a:latin typeface="Lucida Sans Unicode"/>
                <a:cs typeface="Lucida Sans Unicode"/>
              </a:rPr>
              <a:t>en</a:t>
            </a:r>
            <a:r>
              <a:rPr sz="1900" spc="-40" dirty="0">
                <a:solidFill>
                  <a:srgbClr val="FFFFFF"/>
                </a:solidFill>
                <a:latin typeface="Lucida Sans Unicode"/>
                <a:cs typeface="Lucida Sans Unicode"/>
              </a:rPr>
              <a:t> </a:t>
            </a:r>
            <a:r>
              <a:rPr sz="1900" dirty="0">
                <a:solidFill>
                  <a:srgbClr val="FFFFFF"/>
                </a:solidFill>
                <a:latin typeface="Lucida Sans Unicode"/>
                <a:cs typeface="Lucida Sans Unicode"/>
              </a:rPr>
              <a:t>un</a:t>
            </a:r>
            <a:r>
              <a:rPr sz="1900" spc="-40" dirty="0">
                <a:solidFill>
                  <a:srgbClr val="FFFFFF"/>
                </a:solidFill>
                <a:latin typeface="Lucida Sans Unicode"/>
                <a:cs typeface="Lucida Sans Unicode"/>
              </a:rPr>
              <a:t> </a:t>
            </a:r>
            <a:r>
              <a:rPr sz="1900" spc="50" dirty="0">
                <a:solidFill>
                  <a:srgbClr val="FFFFFF"/>
                </a:solidFill>
                <a:latin typeface="Lucida Sans Unicode"/>
                <a:cs typeface="Lucida Sans Unicode"/>
              </a:rPr>
              <a:t>rango </a:t>
            </a:r>
            <a:r>
              <a:rPr sz="1900" dirty="0">
                <a:solidFill>
                  <a:srgbClr val="FFFFFF"/>
                </a:solidFill>
                <a:latin typeface="Lucida Sans Unicode"/>
                <a:cs typeface="Lucida Sans Unicode"/>
              </a:rPr>
              <a:t>medio,</a:t>
            </a:r>
            <a:r>
              <a:rPr sz="1900" spc="310" dirty="0">
                <a:solidFill>
                  <a:srgbClr val="FFFFFF"/>
                </a:solidFill>
                <a:latin typeface="Lucida Sans Unicode"/>
                <a:cs typeface="Lucida Sans Unicode"/>
              </a:rPr>
              <a:t> </a:t>
            </a:r>
            <a:r>
              <a:rPr sz="1900" spc="45" dirty="0">
                <a:solidFill>
                  <a:srgbClr val="FFFFFF"/>
                </a:solidFill>
                <a:latin typeface="Lucida Sans Unicode"/>
                <a:cs typeface="Lucida Sans Unicode"/>
              </a:rPr>
              <a:t>mientras</a:t>
            </a:r>
            <a:r>
              <a:rPr sz="1900" spc="310" dirty="0">
                <a:solidFill>
                  <a:srgbClr val="FFFFFF"/>
                </a:solidFill>
                <a:latin typeface="Lucida Sans Unicode"/>
                <a:cs typeface="Lucida Sans Unicode"/>
              </a:rPr>
              <a:t> </a:t>
            </a:r>
            <a:r>
              <a:rPr sz="1900" spc="50" dirty="0">
                <a:solidFill>
                  <a:srgbClr val="FFFFFF"/>
                </a:solidFill>
                <a:latin typeface="Lucida Sans Unicode"/>
                <a:cs typeface="Lucida Sans Unicode"/>
              </a:rPr>
              <a:t>algunos</a:t>
            </a:r>
            <a:r>
              <a:rPr sz="1900" spc="315" dirty="0">
                <a:solidFill>
                  <a:srgbClr val="FFFFFF"/>
                </a:solidFill>
                <a:latin typeface="Lucida Sans Unicode"/>
                <a:cs typeface="Lucida Sans Unicode"/>
              </a:rPr>
              <a:t> </a:t>
            </a:r>
            <a:r>
              <a:rPr sz="1900" spc="-10" dirty="0">
                <a:solidFill>
                  <a:srgbClr val="FFFFFF"/>
                </a:solidFill>
                <a:latin typeface="Lucida Sans Unicode"/>
                <a:cs typeface="Lucida Sans Unicode"/>
              </a:rPr>
              <a:t>puntos </a:t>
            </a:r>
            <a:r>
              <a:rPr sz="1900" spc="65" dirty="0">
                <a:solidFill>
                  <a:srgbClr val="FFFFFF"/>
                </a:solidFill>
                <a:latin typeface="Lucida Sans Unicode"/>
                <a:cs typeface="Lucida Sans Unicode"/>
              </a:rPr>
              <a:t>se</a:t>
            </a:r>
            <a:r>
              <a:rPr sz="1900" spc="-65" dirty="0">
                <a:solidFill>
                  <a:srgbClr val="FFFFFF"/>
                </a:solidFill>
                <a:latin typeface="Lucida Sans Unicode"/>
                <a:cs typeface="Lucida Sans Unicode"/>
              </a:rPr>
              <a:t> </a:t>
            </a:r>
            <a:r>
              <a:rPr sz="1900" spc="65" dirty="0">
                <a:solidFill>
                  <a:srgbClr val="FFFFFF"/>
                </a:solidFill>
                <a:latin typeface="Lucida Sans Unicode"/>
                <a:cs typeface="Lucida Sans Unicode"/>
              </a:rPr>
              <a:t>alejan</a:t>
            </a:r>
            <a:r>
              <a:rPr sz="1900" spc="-65" dirty="0">
                <a:solidFill>
                  <a:srgbClr val="FFFFFF"/>
                </a:solidFill>
                <a:latin typeface="Lucida Sans Unicode"/>
                <a:cs typeface="Lucida Sans Unicode"/>
              </a:rPr>
              <a:t> </a:t>
            </a:r>
            <a:r>
              <a:rPr sz="1900" dirty="0">
                <a:solidFill>
                  <a:srgbClr val="FFFFFF"/>
                </a:solidFill>
                <a:latin typeface="Lucida Sans Unicode"/>
                <a:cs typeface="Lucida Sans Unicode"/>
              </a:rPr>
              <a:t>del</a:t>
            </a:r>
            <a:r>
              <a:rPr sz="1900" spc="-65" dirty="0">
                <a:solidFill>
                  <a:srgbClr val="FFFFFF"/>
                </a:solidFill>
                <a:latin typeface="Lucida Sans Unicode"/>
                <a:cs typeface="Lucida Sans Unicode"/>
              </a:rPr>
              <a:t> </a:t>
            </a:r>
            <a:r>
              <a:rPr sz="1900" spc="-10" dirty="0">
                <a:solidFill>
                  <a:srgbClr val="FFFFFF"/>
                </a:solidFill>
                <a:latin typeface="Lucida Sans Unicode"/>
                <a:cs typeface="Lucida Sans Unicode"/>
              </a:rPr>
              <a:t>resto.</a:t>
            </a:r>
            <a:endParaRPr sz="1900" dirty="0">
              <a:latin typeface="Lucida Sans Unicode"/>
              <a:cs typeface="Lucida Sans Unicode"/>
            </a:endParaRPr>
          </a:p>
          <a:p>
            <a:pPr marL="12700" marR="5080" algn="just">
              <a:lnSpc>
                <a:spcPct val="115100"/>
              </a:lnSpc>
            </a:pPr>
            <a:r>
              <a:rPr sz="1900" dirty="0">
                <a:solidFill>
                  <a:srgbClr val="FFFFFF"/>
                </a:solidFill>
                <a:latin typeface="Lucida Sans Unicode"/>
                <a:cs typeface="Lucida Sans Unicode"/>
              </a:rPr>
              <a:t>Esto</a:t>
            </a:r>
            <a:r>
              <a:rPr sz="1900" spc="65" dirty="0">
                <a:solidFill>
                  <a:srgbClr val="FFFFFF"/>
                </a:solidFill>
                <a:latin typeface="Lucida Sans Unicode"/>
                <a:cs typeface="Lucida Sans Unicode"/>
              </a:rPr>
              <a:t>  </a:t>
            </a:r>
            <a:r>
              <a:rPr sz="1900" dirty="0">
                <a:solidFill>
                  <a:srgbClr val="FFFFFF"/>
                </a:solidFill>
                <a:latin typeface="Lucida Sans Unicode"/>
                <a:cs typeface="Lucida Sans Unicode"/>
              </a:rPr>
              <a:t>sugiere</a:t>
            </a:r>
            <a:r>
              <a:rPr sz="1900" spc="65" dirty="0">
                <a:solidFill>
                  <a:srgbClr val="FFFFFF"/>
                </a:solidFill>
                <a:latin typeface="Lucida Sans Unicode"/>
                <a:cs typeface="Lucida Sans Unicode"/>
              </a:rPr>
              <a:t>  </a:t>
            </a:r>
            <a:r>
              <a:rPr sz="1900" dirty="0">
                <a:solidFill>
                  <a:srgbClr val="FFFFFF"/>
                </a:solidFill>
                <a:latin typeface="Lucida Sans Unicode"/>
                <a:cs typeface="Lucida Sans Unicode"/>
              </a:rPr>
              <a:t>revisar</a:t>
            </a:r>
            <a:r>
              <a:rPr sz="1900" spc="65" dirty="0">
                <a:solidFill>
                  <a:srgbClr val="FFFFFF"/>
                </a:solidFill>
                <a:latin typeface="Lucida Sans Unicode"/>
                <a:cs typeface="Lucida Sans Unicode"/>
              </a:rPr>
              <a:t>  </a:t>
            </a:r>
            <a:r>
              <a:rPr sz="1900" dirty="0">
                <a:solidFill>
                  <a:srgbClr val="FFFFFF"/>
                </a:solidFill>
                <a:latin typeface="Lucida Sans Unicode"/>
                <a:cs typeface="Lucida Sans Unicode"/>
              </a:rPr>
              <a:t>los</a:t>
            </a:r>
            <a:r>
              <a:rPr sz="1900" spc="65" dirty="0">
                <a:solidFill>
                  <a:srgbClr val="FFFFFF"/>
                </a:solidFill>
                <a:latin typeface="Lucida Sans Unicode"/>
                <a:cs typeface="Lucida Sans Unicode"/>
              </a:rPr>
              <a:t>  </a:t>
            </a:r>
            <a:r>
              <a:rPr sz="1900" spc="-10" dirty="0">
                <a:solidFill>
                  <a:srgbClr val="FFFFFF"/>
                </a:solidFill>
                <a:latin typeface="Lucida Sans Unicode"/>
                <a:cs typeface="Lucida Sans Unicode"/>
              </a:rPr>
              <a:t>outliers </a:t>
            </a:r>
            <a:r>
              <a:rPr sz="1900" spc="114" dirty="0">
                <a:solidFill>
                  <a:srgbClr val="FFFFFF"/>
                </a:solidFill>
                <a:latin typeface="Lucida Sans Unicode"/>
                <a:cs typeface="Lucida Sans Unicode"/>
              </a:rPr>
              <a:t>para</a:t>
            </a:r>
            <a:r>
              <a:rPr sz="1900" spc="160" dirty="0">
                <a:solidFill>
                  <a:srgbClr val="FFFFFF"/>
                </a:solidFill>
                <a:latin typeface="Lucida Sans Unicode"/>
                <a:cs typeface="Lucida Sans Unicode"/>
              </a:rPr>
              <a:t>  </a:t>
            </a:r>
            <a:r>
              <a:rPr sz="1900" spc="45" dirty="0">
                <a:solidFill>
                  <a:srgbClr val="FFFFFF"/>
                </a:solidFill>
                <a:latin typeface="Lucida Sans Unicode"/>
                <a:cs typeface="Lucida Sans Unicode"/>
              </a:rPr>
              <a:t>determinar</a:t>
            </a:r>
            <a:r>
              <a:rPr sz="1900" spc="160" dirty="0">
                <a:solidFill>
                  <a:srgbClr val="FFFFFF"/>
                </a:solidFill>
                <a:latin typeface="Lucida Sans Unicode"/>
                <a:cs typeface="Lucida Sans Unicode"/>
              </a:rPr>
              <a:t>  </a:t>
            </a:r>
            <a:r>
              <a:rPr sz="1900" dirty="0">
                <a:solidFill>
                  <a:srgbClr val="FFFFFF"/>
                </a:solidFill>
                <a:latin typeface="Lucida Sans Unicode"/>
                <a:cs typeface="Lucida Sans Unicode"/>
              </a:rPr>
              <a:t>si</a:t>
            </a:r>
            <a:r>
              <a:rPr sz="1900" spc="160" dirty="0">
                <a:solidFill>
                  <a:srgbClr val="FFFFFF"/>
                </a:solidFill>
                <a:latin typeface="Lucida Sans Unicode"/>
                <a:cs typeface="Lucida Sans Unicode"/>
              </a:rPr>
              <a:t>  </a:t>
            </a:r>
            <a:r>
              <a:rPr sz="1900" spc="90" dirty="0">
                <a:solidFill>
                  <a:srgbClr val="FFFFFF"/>
                </a:solidFill>
                <a:latin typeface="Lucida Sans Unicode"/>
                <a:cs typeface="Lucida Sans Unicode"/>
              </a:rPr>
              <a:t>afectan</a:t>
            </a:r>
            <a:r>
              <a:rPr sz="1900" spc="160" dirty="0">
                <a:solidFill>
                  <a:srgbClr val="FFFFFF"/>
                </a:solidFill>
                <a:latin typeface="Lucida Sans Unicode"/>
                <a:cs typeface="Lucida Sans Unicode"/>
              </a:rPr>
              <a:t>  </a:t>
            </a:r>
            <a:r>
              <a:rPr sz="1900" spc="-25" dirty="0">
                <a:solidFill>
                  <a:srgbClr val="FFFFFF"/>
                </a:solidFill>
                <a:latin typeface="Lucida Sans Unicode"/>
                <a:cs typeface="Lucida Sans Unicode"/>
              </a:rPr>
              <a:t>el </a:t>
            </a:r>
            <a:r>
              <a:rPr sz="1900" dirty="0">
                <a:solidFill>
                  <a:srgbClr val="FFFFFF"/>
                </a:solidFill>
                <a:latin typeface="Lucida Sans Unicode"/>
                <a:cs typeface="Lucida Sans Unicode"/>
              </a:rPr>
              <a:t>análisis</a:t>
            </a:r>
            <a:r>
              <a:rPr sz="1900" spc="175" dirty="0">
                <a:solidFill>
                  <a:srgbClr val="FFFFFF"/>
                </a:solidFill>
                <a:latin typeface="Lucida Sans Unicode"/>
                <a:cs typeface="Lucida Sans Unicode"/>
              </a:rPr>
              <a:t> </a:t>
            </a:r>
            <a:r>
              <a:rPr sz="1900" spc="-10" dirty="0">
                <a:solidFill>
                  <a:srgbClr val="FFFFFF"/>
                </a:solidFill>
                <a:latin typeface="Lucida Sans Unicode"/>
                <a:cs typeface="Lucida Sans Unicode"/>
              </a:rPr>
              <a:t>general.</a:t>
            </a:r>
            <a:endParaRPr sz="1900" dirty="0">
              <a:latin typeface="Lucida Sans Unicode"/>
              <a:cs typeface="Lucida Sans Unicode"/>
            </a:endParaRPr>
          </a:p>
        </p:txBody>
      </p:sp>
      <p:pic>
        <p:nvPicPr>
          <p:cNvPr id="4" name="object 4"/>
          <p:cNvPicPr/>
          <p:nvPr/>
        </p:nvPicPr>
        <p:blipFill>
          <a:blip r:embed="rId2" cstate="print"/>
          <a:stretch>
            <a:fillRect/>
          </a:stretch>
        </p:blipFill>
        <p:spPr>
          <a:xfrm>
            <a:off x="14052461" y="3982911"/>
            <a:ext cx="85725" cy="85724"/>
          </a:xfrm>
          <a:prstGeom prst="rect">
            <a:avLst/>
          </a:prstGeom>
        </p:spPr>
      </p:pic>
      <p:pic>
        <p:nvPicPr>
          <p:cNvPr id="5" name="object 5"/>
          <p:cNvPicPr/>
          <p:nvPr/>
        </p:nvPicPr>
        <p:blipFill>
          <a:blip r:embed="rId2" cstate="print"/>
          <a:stretch>
            <a:fillRect/>
          </a:stretch>
        </p:blipFill>
        <p:spPr>
          <a:xfrm>
            <a:off x="14052461" y="4983035"/>
            <a:ext cx="85725" cy="85724"/>
          </a:xfrm>
          <a:prstGeom prst="rect">
            <a:avLst/>
          </a:prstGeom>
        </p:spPr>
      </p:pic>
      <p:pic>
        <p:nvPicPr>
          <p:cNvPr id="6" name="object 6"/>
          <p:cNvPicPr/>
          <p:nvPr/>
        </p:nvPicPr>
        <p:blipFill>
          <a:blip r:embed="rId2" cstate="print"/>
          <a:stretch>
            <a:fillRect/>
          </a:stretch>
        </p:blipFill>
        <p:spPr>
          <a:xfrm>
            <a:off x="14052461" y="6316535"/>
            <a:ext cx="85725" cy="85724"/>
          </a:xfrm>
          <a:prstGeom prst="rect">
            <a:avLst/>
          </a:prstGeom>
        </p:spPr>
      </p:pic>
      <p:sp>
        <p:nvSpPr>
          <p:cNvPr id="7" name="object 7"/>
          <p:cNvSpPr txBox="1"/>
          <p:nvPr/>
        </p:nvSpPr>
        <p:spPr>
          <a:xfrm>
            <a:off x="14278481" y="3818439"/>
            <a:ext cx="3636645" cy="3359150"/>
          </a:xfrm>
          <a:prstGeom prst="rect">
            <a:avLst/>
          </a:prstGeom>
        </p:spPr>
        <p:txBody>
          <a:bodyPr vert="horz" wrap="square" lIns="0" tIns="12700" rIns="0" bIns="0" rtlCol="0">
            <a:spAutoFit/>
          </a:bodyPr>
          <a:lstStyle/>
          <a:p>
            <a:pPr marL="12700" marR="5080" algn="just">
              <a:lnSpc>
                <a:spcPct val="115100"/>
              </a:lnSpc>
              <a:spcBef>
                <a:spcPts val="100"/>
              </a:spcBef>
            </a:pPr>
            <a:r>
              <a:rPr sz="1900" dirty="0">
                <a:solidFill>
                  <a:srgbClr val="FFFFFF"/>
                </a:solidFill>
                <a:latin typeface="Lucida Sans Unicode"/>
                <a:cs typeface="Lucida Sans Unicode"/>
              </a:rPr>
              <a:t>El</a:t>
            </a:r>
            <a:r>
              <a:rPr sz="1900" spc="114" dirty="0">
                <a:solidFill>
                  <a:srgbClr val="FFFFFF"/>
                </a:solidFill>
                <a:latin typeface="Lucida Sans Unicode"/>
                <a:cs typeface="Lucida Sans Unicode"/>
              </a:rPr>
              <a:t>  </a:t>
            </a:r>
            <a:r>
              <a:rPr sz="1900" spc="50" dirty="0">
                <a:solidFill>
                  <a:srgbClr val="FFFFFF"/>
                </a:solidFill>
                <a:latin typeface="Lucida Sans Unicode"/>
                <a:cs typeface="Lucida Sans Unicode"/>
              </a:rPr>
              <a:t>rectángulo</a:t>
            </a:r>
            <a:r>
              <a:rPr sz="1900" spc="114" dirty="0">
                <a:solidFill>
                  <a:srgbClr val="FFFFFF"/>
                </a:solidFill>
                <a:latin typeface="Lucida Sans Unicode"/>
                <a:cs typeface="Lucida Sans Unicode"/>
              </a:rPr>
              <a:t>  </a:t>
            </a:r>
            <a:r>
              <a:rPr sz="1900" spc="45" dirty="0">
                <a:solidFill>
                  <a:srgbClr val="FFFFFF"/>
                </a:solidFill>
                <a:latin typeface="Lucida Sans Unicode"/>
                <a:cs typeface="Lucida Sans Unicode"/>
              </a:rPr>
              <a:t>representa</a:t>
            </a:r>
            <a:r>
              <a:rPr sz="1900" spc="114" dirty="0">
                <a:solidFill>
                  <a:srgbClr val="FFFFFF"/>
                </a:solidFill>
                <a:latin typeface="Lucida Sans Unicode"/>
                <a:cs typeface="Lucida Sans Unicode"/>
              </a:rPr>
              <a:t>  </a:t>
            </a:r>
            <a:r>
              <a:rPr sz="1900" spc="45" dirty="0">
                <a:solidFill>
                  <a:srgbClr val="FFFFFF"/>
                </a:solidFill>
                <a:latin typeface="Lucida Sans Unicode"/>
                <a:cs typeface="Lucida Sans Unicode"/>
              </a:rPr>
              <a:t>la </a:t>
            </a:r>
            <a:r>
              <a:rPr sz="1900" spc="60" dirty="0">
                <a:solidFill>
                  <a:srgbClr val="FFFFFF"/>
                </a:solidFill>
                <a:latin typeface="Lucida Sans Unicode"/>
                <a:cs typeface="Lucida Sans Unicode"/>
              </a:rPr>
              <a:t>concentración</a:t>
            </a:r>
            <a:r>
              <a:rPr sz="1900" spc="280" dirty="0">
                <a:solidFill>
                  <a:srgbClr val="FFFFFF"/>
                </a:solidFill>
                <a:latin typeface="Lucida Sans Unicode"/>
                <a:cs typeface="Lucida Sans Unicode"/>
              </a:rPr>
              <a:t>    </a:t>
            </a:r>
            <a:r>
              <a:rPr sz="1900" dirty="0">
                <a:solidFill>
                  <a:srgbClr val="FFFFFF"/>
                </a:solidFill>
                <a:latin typeface="Lucida Sans Unicode"/>
                <a:cs typeface="Lucida Sans Unicode"/>
              </a:rPr>
              <a:t>típica</a:t>
            </a:r>
            <a:r>
              <a:rPr sz="1900" spc="285" dirty="0">
                <a:solidFill>
                  <a:srgbClr val="FFFFFF"/>
                </a:solidFill>
                <a:latin typeface="Lucida Sans Unicode"/>
                <a:cs typeface="Lucida Sans Unicode"/>
              </a:rPr>
              <a:t>    </a:t>
            </a:r>
            <a:r>
              <a:rPr sz="1900" spc="55" dirty="0">
                <a:solidFill>
                  <a:srgbClr val="FFFFFF"/>
                </a:solidFill>
                <a:latin typeface="Lucida Sans Unicode"/>
                <a:cs typeface="Lucida Sans Unicode"/>
              </a:rPr>
              <a:t>de </a:t>
            </a:r>
            <a:r>
              <a:rPr sz="1900" dirty="0">
                <a:solidFill>
                  <a:srgbClr val="FFFFFF"/>
                </a:solidFill>
                <a:latin typeface="Lucida Sans Unicode"/>
                <a:cs typeface="Lucida Sans Unicode"/>
              </a:rPr>
              <a:t>monóxido</a:t>
            </a:r>
            <a:r>
              <a:rPr sz="1900" spc="-65" dirty="0">
                <a:solidFill>
                  <a:srgbClr val="FFFFFF"/>
                </a:solidFill>
                <a:latin typeface="Lucida Sans Unicode"/>
                <a:cs typeface="Lucida Sans Unicode"/>
              </a:rPr>
              <a:t> </a:t>
            </a:r>
            <a:r>
              <a:rPr sz="1900" spc="90" dirty="0">
                <a:solidFill>
                  <a:srgbClr val="FFFFFF"/>
                </a:solidFill>
                <a:latin typeface="Lucida Sans Unicode"/>
                <a:cs typeface="Lucida Sans Unicode"/>
              </a:rPr>
              <a:t>de</a:t>
            </a:r>
            <a:r>
              <a:rPr sz="1900" spc="-65" dirty="0">
                <a:solidFill>
                  <a:srgbClr val="FFFFFF"/>
                </a:solidFill>
                <a:latin typeface="Lucida Sans Unicode"/>
                <a:cs typeface="Lucida Sans Unicode"/>
              </a:rPr>
              <a:t> </a:t>
            </a:r>
            <a:r>
              <a:rPr sz="1900" spc="70" dirty="0">
                <a:solidFill>
                  <a:srgbClr val="FFFFFF"/>
                </a:solidFill>
                <a:latin typeface="Lucida Sans Unicode"/>
                <a:cs typeface="Lucida Sans Unicode"/>
              </a:rPr>
              <a:t>carbono</a:t>
            </a:r>
            <a:r>
              <a:rPr sz="1900" spc="-60" dirty="0">
                <a:solidFill>
                  <a:srgbClr val="FFFFFF"/>
                </a:solidFill>
                <a:latin typeface="Lucida Sans Unicode"/>
                <a:cs typeface="Lucida Sans Unicode"/>
              </a:rPr>
              <a:t> </a:t>
            </a:r>
            <a:r>
              <a:rPr sz="1900" spc="65" dirty="0">
                <a:solidFill>
                  <a:srgbClr val="FFFFFF"/>
                </a:solidFill>
                <a:latin typeface="Lucida Sans Unicode"/>
                <a:cs typeface="Lucida Sans Unicode"/>
              </a:rPr>
              <a:t>(CO).</a:t>
            </a:r>
            <a:endParaRPr sz="1900" dirty="0">
              <a:latin typeface="Lucida Sans Unicode"/>
              <a:cs typeface="Lucida Sans Unicode"/>
            </a:endParaRPr>
          </a:p>
          <a:p>
            <a:pPr marL="12700" marR="5080" algn="just">
              <a:lnSpc>
                <a:spcPct val="115100"/>
              </a:lnSpc>
            </a:pPr>
            <a:r>
              <a:rPr sz="1900" dirty="0">
                <a:solidFill>
                  <a:srgbClr val="FFFFFF"/>
                </a:solidFill>
                <a:latin typeface="Lucida Sans Unicode"/>
                <a:cs typeface="Lucida Sans Unicode"/>
              </a:rPr>
              <a:t>Los</a:t>
            </a:r>
            <a:r>
              <a:rPr sz="1900" spc="480" dirty="0">
                <a:solidFill>
                  <a:srgbClr val="FFFFFF"/>
                </a:solidFill>
                <a:latin typeface="Lucida Sans Unicode"/>
                <a:cs typeface="Lucida Sans Unicode"/>
              </a:rPr>
              <a:t>     </a:t>
            </a:r>
            <a:r>
              <a:rPr sz="1900" dirty="0">
                <a:solidFill>
                  <a:srgbClr val="FFFFFF"/>
                </a:solidFill>
                <a:latin typeface="Lucida Sans Unicode"/>
                <a:cs typeface="Lucida Sans Unicode"/>
              </a:rPr>
              <a:t>puntos</a:t>
            </a:r>
            <a:r>
              <a:rPr sz="1900" spc="484" dirty="0">
                <a:solidFill>
                  <a:srgbClr val="FFFFFF"/>
                </a:solidFill>
                <a:latin typeface="Lucida Sans Unicode"/>
                <a:cs typeface="Lucida Sans Unicode"/>
              </a:rPr>
              <a:t>     </a:t>
            </a:r>
            <a:r>
              <a:rPr sz="1900" spc="45" dirty="0">
                <a:solidFill>
                  <a:srgbClr val="FFFFFF"/>
                </a:solidFill>
                <a:latin typeface="Lucida Sans Unicode"/>
                <a:cs typeface="Lucida Sans Unicode"/>
              </a:rPr>
              <a:t>aislados corresponden</a:t>
            </a:r>
            <a:r>
              <a:rPr sz="1900" spc="70" dirty="0">
                <a:solidFill>
                  <a:srgbClr val="FFFFFF"/>
                </a:solidFill>
                <a:latin typeface="Lucida Sans Unicode"/>
                <a:cs typeface="Lucida Sans Unicode"/>
              </a:rPr>
              <a:t>  </a:t>
            </a:r>
            <a:r>
              <a:rPr sz="1900" spc="229" dirty="0">
                <a:solidFill>
                  <a:srgbClr val="FFFFFF"/>
                </a:solidFill>
                <a:latin typeface="Lucida Sans Unicode"/>
                <a:cs typeface="Lucida Sans Unicode"/>
              </a:rPr>
              <a:t>a</a:t>
            </a:r>
            <a:r>
              <a:rPr sz="1900" spc="75" dirty="0">
                <a:solidFill>
                  <a:srgbClr val="FFFFFF"/>
                </a:solidFill>
                <a:latin typeface="Lucida Sans Unicode"/>
                <a:cs typeface="Lucida Sans Unicode"/>
              </a:rPr>
              <a:t>  </a:t>
            </a:r>
            <a:r>
              <a:rPr sz="1900" spc="40" dirty="0">
                <a:solidFill>
                  <a:srgbClr val="FFFFFF"/>
                </a:solidFill>
                <a:latin typeface="Lucida Sans Unicode"/>
                <a:cs typeface="Lucida Sans Unicode"/>
              </a:rPr>
              <a:t>mediciones </a:t>
            </a:r>
            <a:r>
              <a:rPr sz="1900" spc="80" dirty="0">
                <a:solidFill>
                  <a:srgbClr val="FFFFFF"/>
                </a:solidFill>
                <a:latin typeface="Lucida Sans Unicode"/>
                <a:cs typeface="Lucida Sans Unicode"/>
              </a:rPr>
              <a:t>poco</a:t>
            </a:r>
            <a:r>
              <a:rPr sz="1900" spc="280" dirty="0">
                <a:solidFill>
                  <a:srgbClr val="FFFFFF"/>
                </a:solidFill>
                <a:latin typeface="Lucida Sans Unicode"/>
                <a:cs typeface="Lucida Sans Unicode"/>
              </a:rPr>
              <a:t> </a:t>
            </a:r>
            <a:r>
              <a:rPr sz="1900" dirty="0">
                <a:solidFill>
                  <a:srgbClr val="FFFFFF"/>
                </a:solidFill>
                <a:latin typeface="Lucida Sans Unicode"/>
                <a:cs typeface="Lucida Sans Unicode"/>
              </a:rPr>
              <a:t>frecuentes</a:t>
            </a:r>
            <a:r>
              <a:rPr sz="1900" spc="285" dirty="0">
                <a:solidFill>
                  <a:srgbClr val="FFFFFF"/>
                </a:solidFill>
                <a:latin typeface="Lucida Sans Unicode"/>
                <a:cs typeface="Lucida Sans Unicode"/>
              </a:rPr>
              <a:t> </a:t>
            </a:r>
            <a:r>
              <a:rPr sz="1900" dirty="0">
                <a:solidFill>
                  <a:srgbClr val="FFFFFF"/>
                </a:solidFill>
                <a:latin typeface="Lucida Sans Unicode"/>
                <a:cs typeface="Lucida Sans Unicode"/>
              </a:rPr>
              <a:t>o</a:t>
            </a:r>
            <a:r>
              <a:rPr sz="1900" spc="285" dirty="0">
                <a:solidFill>
                  <a:srgbClr val="FFFFFF"/>
                </a:solidFill>
                <a:latin typeface="Lucida Sans Unicode"/>
                <a:cs typeface="Lucida Sans Unicode"/>
              </a:rPr>
              <a:t> </a:t>
            </a:r>
            <a:r>
              <a:rPr sz="1900" dirty="0">
                <a:solidFill>
                  <a:srgbClr val="FFFFFF"/>
                </a:solidFill>
                <a:latin typeface="Lucida Sans Unicode"/>
                <a:cs typeface="Lucida Sans Unicode"/>
              </a:rPr>
              <a:t>errores</a:t>
            </a:r>
            <a:r>
              <a:rPr sz="1900" spc="285" dirty="0">
                <a:solidFill>
                  <a:srgbClr val="FFFFFF"/>
                </a:solidFill>
                <a:latin typeface="Lucida Sans Unicode"/>
                <a:cs typeface="Lucida Sans Unicode"/>
              </a:rPr>
              <a:t> </a:t>
            </a:r>
            <a:r>
              <a:rPr sz="1900" spc="65" dirty="0">
                <a:solidFill>
                  <a:srgbClr val="FFFFFF"/>
                </a:solidFill>
                <a:latin typeface="Lucida Sans Unicode"/>
                <a:cs typeface="Lucida Sans Unicode"/>
              </a:rPr>
              <a:t>de </a:t>
            </a:r>
            <a:r>
              <a:rPr sz="1900" spc="-10" dirty="0">
                <a:solidFill>
                  <a:srgbClr val="FFFFFF"/>
                </a:solidFill>
                <a:latin typeface="Lucida Sans Unicode"/>
                <a:cs typeface="Lucida Sans Unicode"/>
              </a:rPr>
              <a:t>muestreo.</a:t>
            </a:r>
            <a:endParaRPr sz="1900" dirty="0">
              <a:latin typeface="Lucida Sans Unicode"/>
              <a:cs typeface="Lucida Sans Unicode"/>
            </a:endParaRPr>
          </a:p>
          <a:p>
            <a:pPr marL="12700" marR="5080" algn="just">
              <a:lnSpc>
                <a:spcPct val="115100"/>
              </a:lnSpc>
            </a:pPr>
            <a:r>
              <a:rPr sz="1900" dirty="0">
                <a:solidFill>
                  <a:srgbClr val="FFFFFF"/>
                </a:solidFill>
                <a:latin typeface="Lucida Sans Unicode"/>
                <a:cs typeface="Lucida Sans Unicode"/>
              </a:rPr>
              <a:t>Estos</a:t>
            </a:r>
            <a:r>
              <a:rPr sz="1900" spc="195" dirty="0">
                <a:solidFill>
                  <a:srgbClr val="FFFFFF"/>
                </a:solidFill>
                <a:latin typeface="Lucida Sans Unicode"/>
                <a:cs typeface="Lucida Sans Unicode"/>
              </a:rPr>
              <a:t> </a:t>
            </a:r>
            <a:r>
              <a:rPr sz="1900" dirty="0">
                <a:solidFill>
                  <a:srgbClr val="FFFFFF"/>
                </a:solidFill>
                <a:latin typeface="Lucida Sans Unicode"/>
                <a:cs typeface="Lucida Sans Unicode"/>
              </a:rPr>
              <a:t>valores</a:t>
            </a:r>
            <a:r>
              <a:rPr sz="1900" spc="200" dirty="0">
                <a:solidFill>
                  <a:srgbClr val="FFFFFF"/>
                </a:solidFill>
                <a:latin typeface="Lucida Sans Unicode"/>
                <a:cs typeface="Lucida Sans Unicode"/>
              </a:rPr>
              <a:t> </a:t>
            </a:r>
            <a:r>
              <a:rPr sz="1900" dirty="0">
                <a:solidFill>
                  <a:srgbClr val="FFFFFF"/>
                </a:solidFill>
                <a:latin typeface="Lucida Sans Unicode"/>
                <a:cs typeface="Lucida Sans Unicode"/>
              </a:rPr>
              <a:t>atípicos</a:t>
            </a:r>
            <a:r>
              <a:rPr sz="1900" spc="195" dirty="0">
                <a:solidFill>
                  <a:srgbClr val="FFFFFF"/>
                </a:solidFill>
                <a:latin typeface="Lucida Sans Unicode"/>
                <a:cs typeface="Lucida Sans Unicode"/>
              </a:rPr>
              <a:t> </a:t>
            </a:r>
            <a:r>
              <a:rPr sz="1900" spc="60" dirty="0">
                <a:solidFill>
                  <a:srgbClr val="FFFFFF"/>
                </a:solidFill>
                <a:latin typeface="Lucida Sans Unicode"/>
                <a:cs typeface="Lucida Sans Unicode"/>
              </a:rPr>
              <a:t>pueden </a:t>
            </a:r>
            <a:r>
              <a:rPr sz="1900" spc="-35" dirty="0">
                <a:solidFill>
                  <a:srgbClr val="FFFFFF"/>
                </a:solidFill>
                <a:latin typeface="Lucida Sans Unicode"/>
                <a:cs typeface="Lucida Sans Unicode"/>
              </a:rPr>
              <a:t>influir</a:t>
            </a:r>
            <a:r>
              <a:rPr sz="1900" spc="70" dirty="0">
                <a:solidFill>
                  <a:srgbClr val="FFFFFF"/>
                </a:solidFill>
                <a:latin typeface="Lucida Sans Unicode"/>
                <a:cs typeface="Lucida Sans Unicode"/>
              </a:rPr>
              <a:t> </a:t>
            </a:r>
            <a:r>
              <a:rPr sz="1900" spc="65" dirty="0">
                <a:solidFill>
                  <a:srgbClr val="FFFFFF"/>
                </a:solidFill>
                <a:latin typeface="Lucida Sans Unicode"/>
                <a:cs typeface="Lucida Sans Unicode"/>
              </a:rPr>
              <a:t>en</a:t>
            </a:r>
            <a:r>
              <a:rPr sz="1900" spc="70" dirty="0">
                <a:solidFill>
                  <a:srgbClr val="FFFFFF"/>
                </a:solidFill>
                <a:latin typeface="Lucida Sans Unicode"/>
                <a:cs typeface="Lucida Sans Unicode"/>
              </a:rPr>
              <a:t> </a:t>
            </a:r>
            <a:r>
              <a:rPr sz="1900" dirty="0">
                <a:solidFill>
                  <a:srgbClr val="FFFFFF"/>
                </a:solidFill>
                <a:latin typeface="Lucida Sans Unicode"/>
                <a:cs typeface="Lucida Sans Unicode"/>
              </a:rPr>
              <a:t>el</a:t>
            </a:r>
            <a:r>
              <a:rPr sz="1900" spc="75" dirty="0">
                <a:solidFill>
                  <a:srgbClr val="FFFFFF"/>
                </a:solidFill>
                <a:latin typeface="Lucida Sans Unicode"/>
                <a:cs typeface="Lucida Sans Unicode"/>
              </a:rPr>
              <a:t> </a:t>
            </a:r>
            <a:r>
              <a:rPr sz="1900" dirty="0">
                <a:solidFill>
                  <a:srgbClr val="FFFFFF"/>
                </a:solidFill>
                <a:latin typeface="Lucida Sans Unicode"/>
                <a:cs typeface="Lucida Sans Unicode"/>
              </a:rPr>
              <a:t>promedio</a:t>
            </a:r>
            <a:r>
              <a:rPr sz="1900" spc="70" dirty="0">
                <a:solidFill>
                  <a:srgbClr val="FFFFFF"/>
                </a:solidFill>
                <a:latin typeface="Lucida Sans Unicode"/>
                <a:cs typeface="Lucida Sans Unicode"/>
              </a:rPr>
              <a:t> </a:t>
            </a:r>
            <a:r>
              <a:rPr sz="1900" spc="75" dirty="0">
                <a:solidFill>
                  <a:srgbClr val="FFFFFF"/>
                </a:solidFill>
                <a:latin typeface="Lucida Sans Unicode"/>
                <a:cs typeface="Lucida Sans Unicode"/>
              </a:rPr>
              <a:t>y </a:t>
            </a:r>
            <a:r>
              <a:rPr sz="1900" spc="65" dirty="0">
                <a:solidFill>
                  <a:srgbClr val="FFFFFF"/>
                </a:solidFill>
                <a:latin typeface="Lucida Sans Unicode"/>
                <a:cs typeface="Lucida Sans Unicode"/>
              </a:rPr>
              <a:t>en</a:t>
            </a:r>
            <a:r>
              <a:rPr sz="1900" spc="70" dirty="0">
                <a:solidFill>
                  <a:srgbClr val="FFFFFF"/>
                </a:solidFill>
                <a:latin typeface="Lucida Sans Unicode"/>
                <a:cs typeface="Lucida Sans Unicode"/>
              </a:rPr>
              <a:t> </a:t>
            </a:r>
            <a:r>
              <a:rPr sz="1900" spc="-25" dirty="0">
                <a:solidFill>
                  <a:srgbClr val="FFFFFF"/>
                </a:solidFill>
                <a:latin typeface="Lucida Sans Unicode"/>
                <a:cs typeface="Lucida Sans Unicode"/>
              </a:rPr>
              <a:t>los </a:t>
            </a:r>
            <a:r>
              <a:rPr sz="1900" spc="50" dirty="0">
                <a:solidFill>
                  <a:srgbClr val="FFFFFF"/>
                </a:solidFill>
                <a:latin typeface="Lucida Sans Unicode"/>
                <a:cs typeface="Lucida Sans Unicode"/>
              </a:rPr>
              <a:t>modelos</a:t>
            </a:r>
            <a:r>
              <a:rPr sz="1900" spc="-70" dirty="0">
                <a:solidFill>
                  <a:srgbClr val="FFFFFF"/>
                </a:solidFill>
                <a:latin typeface="Lucida Sans Unicode"/>
                <a:cs typeface="Lucida Sans Unicode"/>
              </a:rPr>
              <a:t> </a:t>
            </a:r>
            <a:r>
              <a:rPr sz="1900" spc="-10" dirty="0">
                <a:solidFill>
                  <a:srgbClr val="FFFFFF"/>
                </a:solidFill>
                <a:latin typeface="Lucida Sans Unicode"/>
                <a:cs typeface="Lucida Sans Unicode"/>
              </a:rPr>
              <a:t>predictivos.</a:t>
            </a:r>
            <a:endParaRPr sz="1900" dirty="0">
              <a:latin typeface="Lucida Sans Unicode"/>
              <a:cs typeface="Lucida Sans Unicode"/>
            </a:endParaRPr>
          </a:p>
        </p:txBody>
      </p:sp>
      <p:pic>
        <p:nvPicPr>
          <p:cNvPr id="9" name="Imagen 8">
            <a:extLst>
              <a:ext uri="{FF2B5EF4-FFF2-40B4-BE49-F238E27FC236}">
                <a16:creationId xmlns:a16="http://schemas.microsoft.com/office/drawing/2014/main" id="{66FFBA96-2838-485A-2F7E-E5C511275540}"/>
              </a:ext>
            </a:extLst>
          </p:cNvPr>
          <p:cNvPicPr>
            <a:picLocks noChangeAspect="1"/>
          </p:cNvPicPr>
          <p:nvPr/>
        </p:nvPicPr>
        <p:blipFill>
          <a:blip r:embed="rId3"/>
          <a:stretch>
            <a:fillRect/>
          </a:stretch>
        </p:blipFill>
        <p:spPr>
          <a:xfrm>
            <a:off x="5085642" y="3314700"/>
            <a:ext cx="8549508" cy="508124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44860" y="-18923"/>
            <a:ext cx="9159240" cy="742315"/>
          </a:xfrm>
          <a:prstGeom prst="rect">
            <a:avLst/>
          </a:prstGeom>
        </p:spPr>
        <p:txBody>
          <a:bodyPr vert="horz" wrap="square" lIns="0" tIns="12700" rIns="0" bIns="0" rtlCol="0">
            <a:spAutoFit/>
          </a:bodyPr>
          <a:lstStyle/>
          <a:p>
            <a:pPr marL="12700">
              <a:lnSpc>
                <a:spcPct val="100000"/>
              </a:lnSpc>
              <a:spcBef>
                <a:spcPts val="100"/>
              </a:spcBef>
            </a:pPr>
            <a:r>
              <a:rPr sz="4700" spc="315" dirty="0"/>
              <a:t>Matriz</a:t>
            </a:r>
            <a:r>
              <a:rPr sz="4700" spc="-114" dirty="0"/>
              <a:t> </a:t>
            </a:r>
            <a:r>
              <a:rPr sz="4700" spc="185" dirty="0"/>
              <a:t>de</a:t>
            </a:r>
            <a:r>
              <a:rPr sz="4700" spc="-110" dirty="0"/>
              <a:t> </a:t>
            </a:r>
            <a:r>
              <a:rPr sz="4700" spc="335" dirty="0"/>
              <a:t>correlación</a:t>
            </a:r>
            <a:r>
              <a:rPr sz="4700" spc="-110" dirty="0"/>
              <a:t> </a:t>
            </a:r>
            <a:r>
              <a:rPr sz="4700" spc="434" dirty="0"/>
              <a:t>Spearman</a:t>
            </a:r>
            <a:endParaRPr sz="4700"/>
          </a:p>
        </p:txBody>
      </p:sp>
      <p:sp>
        <p:nvSpPr>
          <p:cNvPr id="4" name="object 4"/>
          <p:cNvSpPr/>
          <p:nvPr/>
        </p:nvSpPr>
        <p:spPr>
          <a:xfrm>
            <a:off x="9884163" y="1812639"/>
            <a:ext cx="8003540" cy="7407275"/>
          </a:xfrm>
          <a:custGeom>
            <a:avLst/>
            <a:gdLst/>
            <a:ahLst/>
            <a:cxnLst/>
            <a:rect l="l" t="t" r="r" b="b"/>
            <a:pathLst>
              <a:path w="8003540" h="7407275">
                <a:moveTo>
                  <a:pt x="7517624" y="7407220"/>
                </a:moveTo>
                <a:lnTo>
                  <a:pt x="485774" y="7407220"/>
                </a:lnTo>
                <a:lnTo>
                  <a:pt x="437762" y="7404843"/>
                </a:lnTo>
                <a:lnTo>
                  <a:pt x="390562" y="7397800"/>
                </a:lnTo>
                <a:lnTo>
                  <a:pt x="344494" y="7386222"/>
                </a:lnTo>
                <a:lnTo>
                  <a:pt x="299876" y="7370243"/>
                </a:lnTo>
                <a:lnTo>
                  <a:pt x="257028" y="7349992"/>
                </a:lnTo>
                <a:lnTo>
                  <a:pt x="216266" y="7325604"/>
                </a:lnTo>
                <a:lnTo>
                  <a:pt x="177911" y="7297209"/>
                </a:lnTo>
                <a:lnTo>
                  <a:pt x="142280" y="7264939"/>
                </a:lnTo>
                <a:lnTo>
                  <a:pt x="110010" y="7229308"/>
                </a:lnTo>
                <a:lnTo>
                  <a:pt x="81615" y="7190953"/>
                </a:lnTo>
                <a:lnTo>
                  <a:pt x="57227" y="7150191"/>
                </a:lnTo>
                <a:lnTo>
                  <a:pt x="36977" y="7107342"/>
                </a:lnTo>
                <a:lnTo>
                  <a:pt x="20997" y="7062725"/>
                </a:lnTo>
                <a:lnTo>
                  <a:pt x="9420" y="7016657"/>
                </a:lnTo>
                <a:lnTo>
                  <a:pt x="2377" y="6969458"/>
                </a:lnTo>
                <a:lnTo>
                  <a:pt x="0" y="6921446"/>
                </a:lnTo>
                <a:lnTo>
                  <a:pt x="0" y="485774"/>
                </a:lnTo>
                <a:lnTo>
                  <a:pt x="2377" y="437762"/>
                </a:lnTo>
                <a:lnTo>
                  <a:pt x="9420" y="390562"/>
                </a:lnTo>
                <a:lnTo>
                  <a:pt x="20997" y="344494"/>
                </a:lnTo>
                <a:lnTo>
                  <a:pt x="36977" y="299876"/>
                </a:lnTo>
                <a:lnTo>
                  <a:pt x="57227" y="257028"/>
                </a:lnTo>
                <a:lnTo>
                  <a:pt x="81615" y="216266"/>
                </a:lnTo>
                <a:lnTo>
                  <a:pt x="110010" y="177911"/>
                </a:lnTo>
                <a:lnTo>
                  <a:pt x="142280" y="142280"/>
                </a:lnTo>
                <a:lnTo>
                  <a:pt x="177911" y="110010"/>
                </a:lnTo>
                <a:lnTo>
                  <a:pt x="216266" y="81615"/>
                </a:lnTo>
                <a:lnTo>
                  <a:pt x="257028" y="57227"/>
                </a:lnTo>
                <a:lnTo>
                  <a:pt x="299876" y="36977"/>
                </a:lnTo>
                <a:lnTo>
                  <a:pt x="344494" y="20997"/>
                </a:lnTo>
                <a:lnTo>
                  <a:pt x="390562" y="9420"/>
                </a:lnTo>
                <a:lnTo>
                  <a:pt x="437762" y="2377"/>
                </a:lnTo>
                <a:lnTo>
                  <a:pt x="485774" y="0"/>
                </a:lnTo>
                <a:lnTo>
                  <a:pt x="7517624" y="0"/>
                </a:lnTo>
                <a:lnTo>
                  <a:pt x="7565637" y="2377"/>
                </a:lnTo>
                <a:lnTo>
                  <a:pt x="7612836" y="9420"/>
                </a:lnTo>
                <a:lnTo>
                  <a:pt x="7658904" y="20997"/>
                </a:lnTo>
                <a:lnTo>
                  <a:pt x="7703522" y="36977"/>
                </a:lnTo>
                <a:lnTo>
                  <a:pt x="7746370" y="57227"/>
                </a:lnTo>
                <a:lnTo>
                  <a:pt x="7787132" y="81615"/>
                </a:lnTo>
                <a:lnTo>
                  <a:pt x="7825488" y="110010"/>
                </a:lnTo>
                <a:lnTo>
                  <a:pt x="7861119" y="142280"/>
                </a:lnTo>
                <a:lnTo>
                  <a:pt x="7893388" y="177911"/>
                </a:lnTo>
                <a:lnTo>
                  <a:pt x="7921783" y="216266"/>
                </a:lnTo>
                <a:lnTo>
                  <a:pt x="7946171" y="257028"/>
                </a:lnTo>
                <a:lnTo>
                  <a:pt x="7966421" y="299876"/>
                </a:lnTo>
                <a:lnTo>
                  <a:pt x="7982401" y="344494"/>
                </a:lnTo>
                <a:lnTo>
                  <a:pt x="7993978" y="390562"/>
                </a:lnTo>
                <a:lnTo>
                  <a:pt x="8001022" y="437762"/>
                </a:lnTo>
                <a:lnTo>
                  <a:pt x="8003399" y="485774"/>
                </a:lnTo>
                <a:lnTo>
                  <a:pt x="8003399" y="6921446"/>
                </a:lnTo>
                <a:lnTo>
                  <a:pt x="8001022" y="6969458"/>
                </a:lnTo>
                <a:lnTo>
                  <a:pt x="7993978" y="7016657"/>
                </a:lnTo>
                <a:lnTo>
                  <a:pt x="7982401" y="7062725"/>
                </a:lnTo>
                <a:lnTo>
                  <a:pt x="7966421" y="7107342"/>
                </a:lnTo>
                <a:lnTo>
                  <a:pt x="7946171" y="7150191"/>
                </a:lnTo>
                <a:lnTo>
                  <a:pt x="7921783" y="7190953"/>
                </a:lnTo>
                <a:lnTo>
                  <a:pt x="7893388" y="7229308"/>
                </a:lnTo>
                <a:lnTo>
                  <a:pt x="7861119" y="7264939"/>
                </a:lnTo>
                <a:lnTo>
                  <a:pt x="7825488" y="7297209"/>
                </a:lnTo>
                <a:lnTo>
                  <a:pt x="7787132" y="7325604"/>
                </a:lnTo>
                <a:lnTo>
                  <a:pt x="7746370" y="7349992"/>
                </a:lnTo>
                <a:lnTo>
                  <a:pt x="7703522" y="7370243"/>
                </a:lnTo>
                <a:lnTo>
                  <a:pt x="7658904" y="7386222"/>
                </a:lnTo>
                <a:lnTo>
                  <a:pt x="7612836" y="7397800"/>
                </a:lnTo>
                <a:lnTo>
                  <a:pt x="7565637" y="7404843"/>
                </a:lnTo>
                <a:lnTo>
                  <a:pt x="7517624" y="7407220"/>
                </a:lnTo>
                <a:close/>
              </a:path>
            </a:pathLst>
          </a:custGeom>
          <a:solidFill>
            <a:srgbClr val="CACBCB">
              <a:alpha val="90998"/>
            </a:srgbClr>
          </a:solidFill>
        </p:spPr>
        <p:txBody>
          <a:bodyPr wrap="square" lIns="0" tIns="0" rIns="0" bIns="0" rtlCol="0"/>
          <a:lstStyle/>
          <a:p>
            <a:endParaRPr/>
          </a:p>
        </p:txBody>
      </p:sp>
      <p:sp>
        <p:nvSpPr>
          <p:cNvPr id="5" name="object 5"/>
          <p:cNvSpPr txBox="1">
            <a:spLocks noGrp="1"/>
          </p:cNvSpPr>
          <p:nvPr>
            <p:ph type="body" idx="1"/>
          </p:nvPr>
        </p:nvSpPr>
        <p:spPr>
          <a:xfrm>
            <a:off x="10192770" y="1965641"/>
            <a:ext cx="7575550" cy="6308971"/>
          </a:xfrm>
          <a:prstGeom prst="rect">
            <a:avLst/>
          </a:prstGeom>
        </p:spPr>
        <p:txBody>
          <a:bodyPr vert="horz" wrap="square" lIns="0" tIns="12700" rIns="0" bIns="0" rtlCol="0">
            <a:spAutoFit/>
          </a:bodyPr>
          <a:lstStyle/>
          <a:p>
            <a:pPr algn="l"/>
            <a:r>
              <a:rPr lang="es-ES" b="1" dirty="0"/>
              <a:t> 1. </a:t>
            </a:r>
            <a:r>
              <a:rPr lang="es-ES" b="1" dirty="0" err="1"/>
              <a:t>NOx</a:t>
            </a:r>
            <a:r>
              <a:rPr lang="es-ES" b="1" dirty="0"/>
              <a:t>(GT) ↔ NO2(GT) — 0.906 </a:t>
            </a:r>
          </a:p>
          <a:p>
            <a:pPr algn="l"/>
            <a:r>
              <a:rPr lang="es-ES" dirty="0"/>
              <a:t> Esta es la correlación más alta en el </a:t>
            </a:r>
            <a:r>
              <a:rPr lang="es-ES" dirty="0" err="1"/>
              <a:t>dataset</a:t>
            </a:r>
            <a:r>
              <a:rPr lang="es-ES" dirty="0"/>
              <a:t>. Ambos contaminantes (</a:t>
            </a:r>
            <a:r>
              <a:rPr lang="es-ES" dirty="0" err="1"/>
              <a:t>NOx</a:t>
            </a:r>
            <a:r>
              <a:rPr lang="es-ES" dirty="0"/>
              <a:t> y NO2) provienen principalmente de fuentes similares, como la combustión de vehículos y procesos industriales. Una correlación tan alta indica que cuando aumentan los niveles de </a:t>
            </a:r>
            <a:r>
              <a:rPr lang="es-ES" dirty="0" err="1"/>
              <a:t>NOx</a:t>
            </a:r>
            <a:r>
              <a:rPr lang="es-ES" dirty="0"/>
              <a:t>, también aumentan los de NO2, lo que es lógico porque el NO2 es un componente del </a:t>
            </a:r>
            <a:r>
              <a:rPr lang="es-ES" dirty="0" err="1"/>
              <a:t>NOx</a:t>
            </a:r>
            <a:r>
              <a:rPr lang="es-ES" dirty="0"/>
              <a:t>.</a:t>
            </a:r>
          </a:p>
          <a:p>
            <a:pPr algn="l"/>
            <a:br>
              <a:rPr lang="es-ES" dirty="0"/>
            </a:br>
            <a:endParaRPr lang="es-ES" dirty="0"/>
          </a:p>
          <a:p>
            <a:pPr algn="l"/>
            <a:r>
              <a:rPr lang="es-ES" dirty="0"/>
              <a:t>  </a:t>
            </a:r>
            <a:r>
              <a:rPr lang="es-ES" b="1" dirty="0"/>
              <a:t> 2. PT08.S1(CO) ↔ PT08.S5(O3) — 0.906</a:t>
            </a:r>
          </a:p>
          <a:p>
            <a:pPr algn="l"/>
            <a:r>
              <a:rPr lang="es-ES" dirty="0"/>
              <a:t> Ambos sensores PT08 miden la respuesta de sensores electroquímicos a distintos gases.</a:t>
            </a:r>
          </a:p>
          <a:p>
            <a:pPr algn="l"/>
            <a:r>
              <a:rPr lang="es-ES" dirty="0"/>
              <a:t>Aunque cada sensor está calibrado para gases específicos, en ambientes urbanos los sensores suelen presentar </a:t>
            </a:r>
            <a:r>
              <a:rPr lang="es-ES" dirty="0" err="1"/>
              <a:t>co-sensibilidad</a:t>
            </a:r>
            <a:r>
              <a:rPr lang="es-ES" dirty="0"/>
              <a:t> (responden a mezclas de gases).</a:t>
            </a:r>
          </a:p>
          <a:p>
            <a:pPr algn="l"/>
            <a:br>
              <a:rPr lang="es-ES" dirty="0"/>
            </a:br>
            <a:endParaRPr lang="es-ES" dirty="0"/>
          </a:p>
          <a:p>
            <a:pPr algn="l"/>
            <a:r>
              <a:rPr lang="es-ES" b="1" dirty="0"/>
              <a:t>   3. PT08.S1(CO) ↔ PT08.S2(NMHC) — 0.902 </a:t>
            </a:r>
          </a:p>
          <a:p>
            <a:pPr algn="l"/>
            <a:r>
              <a:rPr lang="es-ES" dirty="0"/>
              <a:t> PT08.S1 y PT08.S2 son sensores que, aunque se enfocan en gases distintos (CO y NMHC), suelen responder a la misma mezcla de contaminantes.</a:t>
            </a:r>
          </a:p>
          <a:p>
            <a:pPr marL="227965" marR="72390" indent="-224154">
              <a:lnSpc>
                <a:spcPct val="115100"/>
              </a:lnSpc>
              <a:spcBef>
                <a:spcPts val="100"/>
              </a:spcBef>
              <a:buSzPct val="92105"/>
              <a:buFont typeface="Lucida Sans Unicode"/>
              <a:buAutoNum type="arabicPeriod"/>
              <a:tabLst>
                <a:tab pos="229235" algn="l"/>
              </a:tabLst>
            </a:pPr>
            <a:endParaRPr sz="900" dirty="0">
              <a:latin typeface="Tahoma"/>
              <a:cs typeface="Tahoma"/>
            </a:endParaRPr>
          </a:p>
        </p:txBody>
      </p:sp>
      <p:pic>
        <p:nvPicPr>
          <p:cNvPr id="7" name="Imagen 6">
            <a:extLst>
              <a:ext uri="{FF2B5EF4-FFF2-40B4-BE49-F238E27FC236}">
                <a16:creationId xmlns:a16="http://schemas.microsoft.com/office/drawing/2014/main" id="{AE3D6CB9-CC98-3557-FB73-C4470FB8512D}"/>
              </a:ext>
            </a:extLst>
          </p:cNvPr>
          <p:cNvPicPr>
            <a:picLocks noChangeAspect="1"/>
          </p:cNvPicPr>
          <p:nvPr/>
        </p:nvPicPr>
        <p:blipFill>
          <a:blip r:embed="rId2"/>
          <a:stretch>
            <a:fillRect/>
          </a:stretch>
        </p:blipFill>
        <p:spPr>
          <a:xfrm>
            <a:off x="762000" y="1413400"/>
            <a:ext cx="8618992" cy="79742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751777" y="0"/>
            <a:ext cx="1536700" cy="245110"/>
          </a:xfrm>
          <a:custGeom>
            <a:avLst/>
            <a:gdLst/>
            <a:ahLst/>
            <a:cxnLst/>
            <a:rect l="l" t="t" r="r" b="b"/>
            <a:pathLst>
              <a:path w="1536700" h="245110">
                <a:moveTo>
                  <a:pt x="162021" y="245028"/>
                </a:moveTo>
                <a:lnTo>
                  <a:pt x="1536221" y="245028"/>
                </a:lnTo>
                <a:lnTo>
                  <a:pt x="1536221" y="0"/>
                </a:lnTo>
                <a:lnTo>
                  <a:pt x="0" y="0"/>
                </a:lnTo>
                <a:lnTo>
                  <a:pt x="293" y="8219"/>
                </a:lnTo>
                <a:lnTo>
                  <a:pt x="4036" y="12768"/>
                </a:lnTo>
                <a:lnTo>
                  <a:pt x="6971" y="17612"/>
                </a:lnTo>
                <a:lnTo>
                  <a:pt x="110356" y="186644"/>
                </a:lnTo>
                <a:lnTo>
                  <a:pt x="135982" y="229034"/>
                </a:lnTo>
                <a:lnTo>
                  <a:pt x="141662" y="236657"/>
                </a:lnTo>
                <a:lnTo>
                  <a:pt x="148127" y="241693"/>
                </a:lnTo>
                <a:lnTo>
                  <a:pt x="155858" y="244473"/>
                </a:lnTo>
                <a:lnTo>
                  <a:pt x="162021" y="245028"/>
                </a:lnTo>
                <a:close/>
              </a:path>
            </a:pathLst>
          </a:custGeom>
          <a:solidFill>
            <a:srgbClr val="2E6FA2"/>
          </a:solidFill>
        </p:spPr>
        <p:txBody>
          <a:bodyPr wrap="square" lIns="0" tIns="0" rIns="0" bIns="0" rtlCol="0"/>
          <a:lstStyle/>
          <a:p>
            <a:endParaRPr/>
          </a:p>
        </p:txBody>
      </p:sp>
      <p:sp>
        <p:nvSpPr>
          <p:cNvPr id="3" name="object 3"/>
          <p:cNvSpPr/>
          <p:nvPr/>
        </p:nvSpPr>
        <p:spPr>
          <a:xfrm>
            <a:off x="17032549" y="459610"/>
            <a:ext cx="1256030" cy="245110"/>
          </a:xfrm>
          <a:custGeom>
            <a:avLst/>
            <a:gdLst/>
            <a:ahLst/>
            <a:cxnLst/>
            <a:rect l="l" t="t" r="r" b="b"/>
            <a:pathLst>
              <a:path w="1256030" h="245109">
                <a:moveTo>
                  <a:pt x="166877" y="244812"/>
                </a:moveTo>
                <a:lnTo>
                  <a:pt x="315262" y="244372"/>
                </a:lnTo>
                <a:lnTo>
                  <a:pt x="1255450" y="244364"/>
                </a:lnTo>
                <a:lnTo>
                  <a:pt x="1255450" y="0"/>
                </a:lnTo>
                <a:lnTo>
                  <a:pt x="0" y="0"/>
                </a:lnTo>
                <a:lnTo>
                  <a:pt x="1873" y="7549"/>
                </a:lnTo>
                <a:lnTo>
                  <a:pt x="4806" y="13722"/>
                </a:lnTo>
                <a:lnTo>
                  <a:pt x="11594" y="24143"/>
                </a:lnTo>
                <a:lnTo>
                  <a:pt x="85873" y="145542"/>
                </a:lnTo>
                <a:lnTo>
                  <a:pt x="110531" y="186065"/>
                </a:lnTo>
                <a:lnTo>
                  <a:pt x="135028" y="226686"/>
                </a:lnTo>
                <a:lnTo>
                  <a:pt x="141109" y="235039"/>
                </a:lnTo>
                <a:lnTo>
                  <a:pt x="148008" y="240675"/>
                </a:lnTo>
                <a:lnTo>
                  <a:pt x="156380" y="243848"/>
                </a:lnTo>
                <a:lnTo>
                  <a:pt x="166877" y="244812"/>
                </a:lnTo>
                <a:close/>
              </a:path>
            </a:pathLst>
          </a:custGeom>
          <a:solidFill>
            <a:srgbClr val="FFFFFF"/>
          </a:solidFill>
        </p:spPr>
        <p:txBody>
          <a:bodyPr wrap="square" lIns="0" tIns="0" rIns="0" bIns="0" rtlCol="0"/>
          <a:lstStyle/>
          <a:p>
            <a:endParaRPr/>
          </a:p>
        </p:txBody>
      </p:sp>
      <p:sp>
        <p:nvSpPr>
          <p:cNvPr id="4" name="object 4"/>
          <p:cNvSpPr/>
          <p:nvPr/>
        </p:nvSpPr>
        <p:spPr>
          <a:xfrm>
            <a:off x="17313101" y="918560"/>
            <a:ext cx="975360" cy="245745"/>
          </a:xfrm>
          <a:custGeom>
            <a:avLst/>
            <a:gdLst/>
            <a:ahLst/>
            <a:cxnLst/>
            <a:rect l="l" t="t" r="r" b="b"/>
            <a:pathLst>
              <a:path w="975359" h="245744">
                <a:moveTo>
                  <a:pt x="154078" y="245112"/>
                </a:moveTo>
                <a:lnTo>
                  <a:pt x="160860" y="245179"/>
                </a:lnTo>
                <a:lnTo>
                  <a:pt x="164309" y="244739"/>
                </a:lnTo>
                <a:lnTo>
                  <a:pt x="167905" y="245106"/>
                </a:lnTo>
                <a:lnTo>
                  <a:pt x="974899" y="245095"/>
                </a:lnTo>
                <a:lnTo>
                  <a:pt x="974899" y="0"/>
                </a:lnTo>
                <a:lnTo>
                  <a:pt x="1908" y="0"/>
                </a:lnTo>
                <a:lnTo>
                  <a:pt x="0" y="7485"/>
                </a:lnTo>
                <a:lnTo>
                  <a:pt x="3669" y="11008"/>
                </a:lnTo>
                <a:lnTo>
                  <a:pt x="113037" y="189769"/>
                </a:lnTo>
                <a:lnTo>
                  <a:pt x="139651" y="233585"/>
                </a:lnTo>
                <a:lnTo>
                  <a:pt x="143791" y="239225"/>
                </a:lnTo>
                <a:lnTo>
                  <a:pt x="148494" y="243097"/>
                </a:lnTo>
                <a:lnTo>
                  <a:pt x="154078" y="245112"/>
                </a:lnTo>
                <a:close/>
              </a:path>
            </a:pathLst>
          </a:custGeom>
          <a:solidFill>
            <a:srgbClr val="2E6FA2"/>
          </a:solidFill>
        </p:spPr>
        <p:txBody>
          <a:bodyPr wrap="square" lIns="0" tIns="0" rIns="0" bIns="0" rtlCol="0"/>
          <a:lstStyle/>
          <a:p>
            <a:endParaRPr/>
          </a:p>
        </p:txBody>
      </p:sp>
      <p:sp>
        <p:nvSpPr>
          <p:cNvPr id="5" name="object 5"/>
          <p:cNvSpPr/>
          <p:nvPr/>
        </p:nvSpPr>
        <p:spPr>
          <a:xfrm>
            <a:off x="17594312" y="1377217"/>
            <a:ext cx="694055" cy="246379"/>
          </a:xfrm>
          <a:custGeom>
            <a:avLst/>
            <a:gdLst/>
            <a:ahLst/>
            <a:cxnLst/>
            <a:rect l="l" t="t" r="r" b="b"/>
            <a:pathLst>
              <a:path w="694055" h="246380">
                <a:moveTo>
                  <a:pt x="165483" y="245766"/>
                </a:moveTo>
                <a:lnTo>
                  <a:pt x="693687" y="245469"/>
                </a:lnTo>
                <a:lnTo>
                  <a:pt x="693687" y="1037"/>
                </a:lnTo>
                <a:lnTo>
                  <a:pt x="12255" y="1027"/>
                </a:lnTo>
                <a:lnTo>
                  <a:pt x="6898" y="0"/>
                </a:lnTo>
                <a:lnTo>
                  <a:pt x="0" y="3302"/>
                </a:lnTo>
                <a:lnTo>
                  <a:pt x="5979" y="15748"/>
                </a:lnTo>
                <a:lnTo>
                  <a:pt x="12723" y="27354"/>
                </a:lnTo>
                <a:lnTo>
                  <a:pt x="26712" y="49534"/>
                </a:lnTo>
                <a:lnTo>
                  <a:pt x="109765" y="185343"/>
                </a:lnTo>
                <a:lnTo>
                  <a:pt x="137230" y="230722"/>
                </a:lnTo>
                <a:lnTo>
                  <a:pt x="142759" y="238026"/>
                </a:lnTo>
                <a:lnTo>
                  <a:pt x="149045" y="242647"/>
                </a:lnTo>
                <a:lnTo>
                  <a:pt x="156486" y="245067"/>
                </a:lnTo>
                <a:lnTo>
                  <a:pt x="165483" y="245766"/>
                </a:lnTo>
                <a:close/>
              </a:path>
            </a:pathLst>
          </a:custGeom>
          <a:solidFill>
            <a:srgbClr val="FFFFFF"/>
          </a:solidFill>
        </p:spPr>
        <p:txBody>
          <a:bodyPr wrap="square" lIns="0" tIns="0" rIns="0" bIns="0" rtlCol="0"/>
          <a:lstStyle/>
          <a:p>
            <a:endParaRPr/>
          </a:p>
        </p:txBody>
      </p:sp>
      <p:sp>
        <p:nvSpPr>
          <p:cNvPr id="6" name="object 6"/>
          <p:cNvSpPr/>
          <p:nvPr/>
        </p:nvSpPr>
        <p:spPr>
          <a:xfrm>
            <a:off x="171457" y="7042620"/>
            <a:ext cx="17863820" cy="2675890"/>
          </a:xfrm>
          <a:custGeom>
            <a:avLst/>
            <a:gdLst/>
            <a:ahLst/>
            <a:cxnLst/>
            <a:rect l="l" t="t" r="r" b="b"/>
            <a:pathLst>
              <a:path w="17863820" h="2675890">
                <a:moveTo>
                  <a:pt x="17382730" y="2675838"/>
                </a:moveTo>
                <a:lnTo>
                  <a:pt x="485774" y="2675838"/>
                </a:lnTo>
                <a:lnTo>
                  <a:pt x="437762" y="2673461"/>
                </a:lnTo>
                <a:lnTo>
                  <a:pt x="390562" y="2666417"/>
                </a:lnTo>
                <a:lnTo>
                  <a:pt x="344494" y="2654840"/>
                </a:lnTo>
                <a:lnTo>
                  <a:pt x="299876" y="2638860"/>
                </a:lnTo>
                <a:lnTo>
                  <a:pt x="257028" y="2618610"/>
                </a:lnTo>
                <a:lnTo>
                  <a:pt x="216266" y="2594222"/>
                </a:lnTo>
                <a:lnTo>
                  <a:pt x="177911" y="2565827"/>
                </a:lnTo>
                <a:lnTo>
                  <a:pt x="142280" y="2533558"/>
                </a:lnTo>
                <a:lnTo>
                  <a:pt x="110010" y="2497927"/>
                </a:lnTo>
                <a:lnTo>
                  <a:pt x="81615" y="2459571"/>
                </a:lnTo>
                <a:lnTo>
                  <a:pt x="57227" y="2418810"/>
                </a:lnTo>
                <a:lnTo>
                  <a:pt x="36977" y="2375961"/>
                </a:lnTo>
                <a:lnTo>
                  <a:pt x="20997" y="2331343"/>
                </a:lnTo>
                <a:lnTo>
                  <a:pt x="9420" y="2285275"/>
                </a:lnTo>
                <a:lnTo>
                  <a:pt x="2377" y="2238076"/>
                </a:lnTo>
                <a:lnTo>
                  <a:pt x="0" y="2190063"/>
                </a:lnTo>
                <a:lnTo>
                  <a:pt x="0" y="485774"/>
                </a:lnTo>
                <a:lnTo>
                  <a:pt x="2377" y="437762"/>
                </a:lnTo>
                <a:lnTo>
                  <a:pt x="9420" y="390562"/>
                </a:lnTo>
                <a:lnTo>
                  <a:pt x="20997" y="344494"/>
                </a:lnTo>
                <a:lnTo>
                  <a:pt x="36977" y="299876"/>
                </a:lnTo>
                <a:lnTo>
                  <a:pt x="57227" y="257028"/>
                </a:lnTo>
                <a:lnTo>
                  <a:pt x="81615" y="216266"/>
                </a:lnTo>
                <a:lnTo>
                  <a:pt x="110010" y="177911"/>
                </a:lnTo>
                <a:lnTo>
                  <a:pt x="142280" y="142280"/>
                </a:lnTo>
                <a:lnTo>
                  <a:pt x="177911" y="110010"/>
                </a:lnTo>
                <a:lnTo>
                  <a:pt x="216266" y="81615"/>
                </a:lnTo>
                <a:lnTo>
                  <a:pt x="257028" y="57227"/>
                </a:lnTo>
                <a:lnTo>
                  <a:pt x="299876" y="36977"/>
                </a:lnTo>
                <a:lnTo>
                  <a:pt x="344494" y="20997"/>
                </a:lnTo>
                <a:lnTo>
                  <a:pt x="390562" y="9420"/>
                </a:lnTo>
                <a:lnTo>
                  <a:pt x="437762" y="2377"/>
                </a:lnTo>
                <a:lnTo>
                  <a:pt x="485774" y="0"/>
                </a:lnTo>
                <a:lnTo>
                  <a:pt x="17382730" y="0"/>
                </a:lnTo>
                <a:lnTo>
                  <a:pt x="17430743" y="2377"/>
                </a:lnTo>
                <a:lnTo>
                  <a:pt x="17477942" y="9420"/>
                </a:lnTo>
                <a:lnTo>
                  <a:pt x="17524010" y="20997"/>
                </a:lnTo>
                <a:lnTo>
                  <a:pt x="17568628" y="36977"/>
                </a:lnTo>
                <a:lnTo>
                  <a:pt x="17611477" y="57227"/>
                </a:lnTo>
                <a:lnTo>
                  <a:pt x="17652238" y="81615"/>
                </a:lnTo>
                <a:lnTo>
                  <a:pt x="17690594" y="110010"/>
                </a:lnTo>
                <a:lnTo>
                  <a:pt x="17726225" y="142280"/>
                </a:lnTo>
                <a:lnTo>
                  <a:pt x="17758495" y="177911"/>
                </a:lnTo>
                <a:lnTo>
                  <a:pt x="17786889" y="216266"/>
                </a:lnTo>
                <a:lnTo>
                  <a:pt x="17811278" y="257028"/>
                </a:lnTo>
                <a:lnTo>
                  <a:pt x="17831528" y="299876"/>
                </a:lnTo>
                <a:lnTo>
                  <a:pt x="17847507" y="344494"/>
                </a:lnTo>
                <a:lnTo>
                  <a:pt x="17859084" y="390562"/>
                </a:lnTo>
                <a:lnTo>
                  <a:pt x="17863310" y="418880"/>
                </a:lnTo>
                <a:lnTo>
                  <a:pt x="17863310" y="2256958"/>
                </a:lnTo>
                <a:lnTo>
                  <a:pt x="17847507" y="2331343"/>
                </a:lnTo>
                <a:lnTo>
                  <a:pt x="17831528" y="2375961"/>
                </a:lnTo>
                <a:lnTo>
                  <a:pt x="17811278" y="2418810"/>
                </a:lnTo>
                <a:lnTo>
                  <a:pt x="17786889" y="2459571"/>
                </a:lnTo>
                <a:lnTo>
                  <a:pt x="17758495" y="2497927"/>
                </a:lnTo>
                <a:lnTo>
                  <a:pt x="17726225" y="2533558"/>
                </a:lnTo>
                <a:lnTo>
                  <a:pt x="17690594" y="2565827"/>
                </a:lnTo>
                <a:lnTo>
                  <a:pt x="17652238" y="2594222"/>
                </a:lnTo>
                <a:lnTo>
                  <a:pt x="17611477" y="2618610"/>
                </a:lnTo>
                <a:lnTo>
                  <a:pt x="17568628" y="2638860"/>
                </a:lnTo>
                <a:lnTo>
                  <a:pt x="17524010" y="2654840"/>
                </a:lnTo>
                <a:lnTo>
                  <a:pt x="17477942" y="2666417"/>
                </a:lnTo>
                <a:lnTo>
                  <a:pt x="17430743" y="2673461"/>
                </a:lnTo>
                <a:lnTo>
                  <a:pt x="17382730" y="2675838"/>
                </a:lnTo>
                <a:close/>
              </a:path>
            </a:pathLst>
          </a:custGeom>
          <a:solidFill>
            <a:srgbClr val="CACBCB">
              <a:alpha val="90998"/>
            </a:srgbClr>
          </a:solidFill>
        </p:spPr>
        <p:txBody>
          <a:bodyPr wrap="square" lIns="0" tIns="0" rIns="0" bIns="0" rtlCol="0"/>
          <a:lstStyle/>
          <a:p>
            <a:endParaRPr/>
          </a:p>
        </p:txBody>
      </p:sp>
      <p:pic>
        <p:nvPicPr>
          <p:cNvPr id="7" name="object 7"/>
          <p:cNvPicPr/>
          <p:nvPr/>
        </p:nvPicPr>
        <p:blipFill>
          <a:blip r:embed="rId2" cstate="print"/>
          <a:stretch>
            <a:fillRect/>
          </a:stretch>
        </p:blipFill>
        <p:spPr>
          <a:xfrm>
            <a:off x="3936868" y="1028700"/>
            <a:ext cx="9591674" cy="5695949"/>
          </a:xfrm>
          <a:prstGeom prst="rect">
            <a:avLst/>
          </a:prstGeom>
        </p:spPr>
      </p:pic>
      <p:sp>
        <p:nvSpPr>
          <p:cNvPr id="8" name="object 8"/>
          <p:cNvSpPr txBox="1">
            <a:spLocks noGrp="1"/>
          </p:cNvSpPr>
          <p:nvPr>
            <p:ph type="title"/>
          </p:nvPr>
        </p:nvSpPr>
        <p:spPr>
          <a:prstGeom prst="rect">
            <a:avLst/>
          </a:prstGeom>
        </p:spPr>
        <p:txBody>
          <a:bodyPr vert="horz" wrap="square" lIns="0" tIns="81135" rIns="0" bIns="0" rtlCol="0">
            <a:spAutoFit/>
          </a:bodyPr>
          <a:lstStyle/>
          <a:p>
            <a:pPr marL="12700">
              <a:lnSpc>
                <a:spcPct val="100000"/>
              </a:lnSpc>
              <a:spcBef>
                <a:spcPts val="105"/>
              </a:spcBef>
            </a:pPr>
            <a:r>
              <a:rPr spc="170" dirty="0"/>
              <a:t>Modelo</a:t>
            </a:r>
            <a:r>
              <a:rPr spc="-140" dirty="0"/>
              <a:t> </a:t>
            </a:r>
            <a:r>
              <a:rPr spc="235" dirty="0"/>
              <a:t>de</a:t>
            </a:r>
            <a:r>
              <a:rPr spc="-135" dirty="0"/>
              <a:t> </a:t>
            </a:r>
            <a:r>
              <a:rPr spc="355" dirty="0"/>
              <a:t>regresión</a:t>
            </a:r>
            <a:r>
              <a:rPr spc="-140" dirty="0"/>
              <a:t> </a:t>
            </a:r>
            <a:r>
              <a:rPr spc="320" dirty="0"/>
              <a:t>lineal</a:t>
            </a:r>
          </a:p>
        </p:txBody>
      </p:sp>
      <p:pic>
        <p:nvPicPr>
          <p:cNvPr id="9" name="object 9"/>
          <p:cNvPicPr/>
          <p:nvPr/>
        </p:nvPicPr>
        <p:blipFill>
          <a:blip r:embed="rId3" cstate="print"/>
          <a:stretch>
            <a:fillRect/>
          </a:stretch>
        </p:blipFill>
        <p:spPr>
          <a:xfrm>
            <a:off x="475512" y="7232777"/>
            <a:ext cx="66675" cy="66674"/>
          </a:xfrm>
          <a:prstGeom prst="rect">
            <a:avLst/>
          </a:prstGeom>
        </p:spPr>
      </p:pic>
      <p:pic>
        <p:nvPicPr>
          <p:cNvPr id="10" name="object 10"/>
          <p:cNvPicPr/>
          <p:nvPr/>
        </p:nvPicPr>
        <p:blipFill>
          <a:blip r:embed="rId3" cstate="print"/>
          <a:stretch>
            <a:fillRect/>
          </a:stretch>
        </p:blipFill>
        <p:spPr>
          <a:xfrm>
            <a:off x="475512" y="7509002"/>
            <a:ext cx="66675" cy="66674"/>
          </a:xfrm>
          <a:prstGeom prst="rect">
            <a:avLst/>
          </a:prstGeom>
        </p:spPr>
      </p:pic>
      <p:pic>
        <p:nvPicPr>
          <p:cNvPr id="11" name="object 11"/>
          <p:cNvPicPr/>
          <p:nvPr/>
        </p:nvPicPr>
        <p:blipFill>
          <a:blip r:embed="rId3" cstate="print"/>
          <a:stretch>
            <a:fillRect/>
          </a:stretch>
        </p:blipFill>
        <p:spPr>
          <a:xfrm>
            <a:off x="475512" y="7785227"/>
            <a:ext cx="66675" cy="66674"/>
          </a:xfrm>
          <a:prstGeom prst="rect">
            <a:avLst/>
          </a:prstGeom>
        </p:spPr>
      </p:pic>
      <p:pic>
        <p:nvPicPr>
          <p:cNvPr id="12" name="object 12"/>
          <p:cNvPicPr/>
          <p:nvPr/>
        </p:nvPicPr>
        <p:blipFill>
          <a:blip r:embed="rId3" cstate="print"/>
          <a:stretch>
            <a:fillRect/>
          </a:stretch>
        </p:blipFill>
        <p:spPr>
          <a:xfrm>
            <a:off x="475512" y="8890127"/>
            <a:ext cx="66675" cy="66674"/>
          </a:xfrm>
          <a:prstGeom prst="rect">
            <a:avLst/>
          </a:prstGeom>
        </p:spPr>
      </p:pic>
      <p:pic>
        <p:nvPicPr>
          <p:cNvPr id="13" name="object 13"/>
          <p:cNvPicPr/>
          <p:nvPr/>
        </p:nvPicPr>
        <p:blipFill>
          <a:blip r:embed="rId3" cstate="print"/>
          <a:stretch>
            <a:fillRect/>
          </a:stretch>
        </p:blipFill>
        <p:spPr>
          <a:xfrm>
            <a:off x="475512" y="9166352"/>
            <a:ext cx="66675" cy="66674"/>
          </a:xfrm>
          <a:prstGeom prst="rect">
            <a:avLst/>
          </a:prstGeom>
        </p:spPr>
      </p:pic>
      <p:pic>
        <p:nvPicPr>
          <p:cNvPr id="14" name="object 14"/>
          <p:cNvPicPr/>
          <p:nvPr/>
        </p:nvPicPr>
        <p:blipFill>
          <a:blip r:embed="rId3" cstate="print"/>
          <a:stretch>
            <a:fillRect/>
          </a:stretch>
        </p:blipFill>
        <p:spPr>
          <a:xfrm>
            <a:off x="475512" y="9442577"/>
            <a:ext cx="66675" cy="66674"/>
          </a:xfrm>
          <a:prstGeom prst="rect">
            <a:avLst/>
          </a:prstGeom>
        </p:spPr>
      </p:pic>
      <p:sp>
        <p:nvSpPr>
          <p:cNvPr id="15" name="object 15"/>
          <p:cNvSpPr txBox="1"/>
          <p:nvPr/>
        </p:nvSpPr>
        <p:spPr>
          <a:xfrm>
            <a:off x="319937" y="7089261"/>
            <a:ext cx="17400270" cy="2511425"/>
          </a:xfrm>
          <a:prstGeom prst="rect">
            <a:avLst/>
          </a:prstGeom>
        </p:spPr>
        <p:txBody>
          <a:bodyPr vert="horz" wrap="square" lIns="0" tIns="12700" rIns="0" bIns="0" rtlCol="0">
            <a:spAutoFit/>
          </a:bodyPr>
          <a:lstStyle/>
          <a:p>
            <a:pPr marL="357505" marR="5448935">
              <a:lnSpc>
                <a:spcPct val="113300"/>
              </a:lnSpc>
              <a:spcBef>
                <a:spcPts val="100"/>
              </a:spcBef>
            </a:pPr>
            <a:r>
              <a:rPr sz="1600" dirty="0">
                <a:latin typeface="Lucida Sans Unicode"/>
                <a:cs typeface="Lucida Sans Unicode"/>
              </a:rPr>
              <a:t>La</a:t>
            </a:r>
            <a:r>
              <a:rPr sz="1600" spc="-5" dirty="0">
                <a:latin typeface="Lucida Sans Unicode"/>
                <a:cs typeface="Lucida Sans Unicode"/>
              </a:rPr>
              <a:t> </a:t>
            </a:r>
            <a:r>
              <a:rPr sz="1600" spc="55" dirty="0">
                <a:latin typeface="Lucida Sans Unicode"/>
                <a:cs typeface="Lucida Sans Unicode"/>
              </a:rPr>
              <a:t>gráfica</a:t>
            </a:r>
            <a:r>
              <a:rPr sz="1600" dirty="0">
                <a:latin typeface="Lucida Sans Unicode"/>
                <a:cs typeface="Lucida Sans Unicode"/>
              </a:rPr>
              <a:t> </a:t>
            </a:r>
            <a:r>
              <a:rPr sz="1600" spc="90" dirty="0">
                <a:latin typeface="Lucida Sans Unicode"/>
                <a:cs typeface="Lucida Sans Unicode"/>
              </a:rPr>
              <a:t>compara</a:t>
            </a:r>
            <a:r>
              <a:rPr sz="1600" dirty="0">
                <a:latin typeface="Lucida Sans Unicode"/>
                <a:cs typeface="Lucida Sans Unicode"/>
              </a:rPr>
              <a:t> los valores reales </a:t>
            </a:r>
            <a:r>
              <a:rPr sz="1600" spc="70" dirty="0">
                <a:latin typeface="Lucida Sans Unicode"/>
                <a:cs typeface="Lucida Sans Unicode"/>
              </a:rPr>
              <a:t>(eje</a:t>
            </a:r>
            <a:r>
              <a:rPr sz="1600" spc="-5" dirty="0">
                <a:latin typeface="Lucida Sans Unicode"/>
                <a:cs typeface="Lucida Sans Unicode"/>
              </a:rPr>
              <a:t> </a:t>
            </a:r>
            <a:r>
              <a:rPr sz="1600" spc="90" dirty="0">
                <a:latin typeface="Lucida Sans Unicode"/>
                <a:cs typeface="Lucida Sans Unicode"/>
              </a:rPr>
              <a:t>X)</a:t>
            </a:r>
            <a:r>
              <a:rPr sz="1600" dirty="0">
                <a:latin typeface="Lucida Sans Unicode"/>
                <a:cs typeface="Lucida Sans Unicode"/>
              </a:rPr>
              <a:t> </a:t>
            </a:r>
            <a:r>
              <a:rPr sz="1600" spc="60" dirty="0">
                <a:latin typeface="Lucida Sans Unicode"/>
                <a:cs typeface="Lucida Sans Unicode"/>
              </a:rPr>
              <a:t>con</a:t>
            </a:r>
            <a:r>
              <a:rPr sz="1600" dirty="0">
                <a:latin typeface="Lucida Sans Unicode"/>
                <a:cs typeface="Lucida Sans Unicode"/>
              </a:rPr>
              <a:t> los valores predichos </a:t>
            </a:r>
            <a:r>
              <a:rPr sz="1600" spc="70" dirty="0">
                <a:latin typeface="Lucida Sans Unicode"/>
                <a:cs typeface="Lucida Sans Unicode"/>
              </a:rPr>
              <a:t>(eje</a:t>
            </a:r>
            <a:r>
              <a:rPr sz="1600" spc="-5" dirty="0">
                <a:latin typeface="Lucida Sans Unicode"/>
                <a:cs typeface="Lucida Sans Unicode"/>
              </a:rPr>
              <a:t> </a:t>
            </a:r>
            <a:r>
              <a:rPr sz="1600" spc="60" dirty="0">
                <a:latin typeface="Lucida Sans Unicode"/>
                <a:cs typeface="Lucida Sans Unicode"/>
              </a:rPr>
              <a:t>Y)</a:t>
            </a:r>
            <a:r>
              <a:rPr sz="1600" dirty="0">
                <a:latin typeface="Lucida Sans Unicode"/>
                <a:cs typeface="Lucida Sans Unicode"/>
              </a:rPr>
              <a:t> por el modelo </a:t>
            </a:r>
            <a:r>
              <a:rPr sz="1600" spc="75" dirty="0">
                <a:latin typeface="Lucida Sans Unicode"/>
                <a:cs typeface="Lucida Sans Unicode"/>
              </a:rPr>
              <a:t>de</a:t>
            </a:r>
            <a:r>
              <a:rPr sz="1600" dirty="0">
                <a:latin typeface="Lucida Sans Unicode"/>
                <a:cs typeface="Lucida Sans Unicode"/>
              </a:rPr>
              <a:t> regresión </a:t>
            </a:r>
            <a:r>
              <a:rPr sz="1600" spc="-10" dirty="0">
                <a:latin typeface="Lucida Sans Unicode"/>
                <a:cs typeface="Lucida Sans Unicode"/>
              </a:rPr>
              <a:t>lineal.</a:t>
            </a:r>
            <a:r>
              <a:rPr sz="1600" spc="500" dirty="0">
                <a:latin typeface="Lucida Sans Unicode"/>
                <a:cs typeface="Lucida Sans Unicode"/>
              </a:rPr>
              <a:t>  </a:t>
            </a:r>
            <a:r>
              <a:rPr sz="1600" dirty="0">
                <a:latin typeface="Lucida Sans Unicode"/>
                <a:cs typeface="Lucida Sans Unicode"/>
              </a:rPr>
              <a:t>La</a:t>
            </a:r>
            <a:r>
              <a:rPr sz="1600" spc="70" dirty="0">
                <a:latin typeface="Lucida Sans Unicode"/>
                <a:cs typeface="Lucida Sans Unicode"/>
              </a:rPr>
              <a:t> </a:t>
            </a:r>
            <a:r>
              <a:rPr sz="1600" dirty="0">
                <a:latin typeface="Lucida Sans Unicode"/>
                <a:cs typeface="Lucida Sans Unicode"/>
              </a:rPr>
              <a:t>línea</a:t>
            </a:r>
            <a:r>
              <a:rPr sz="1600" spc="70" dirty="0">
                <a:latin typeface="Lucida Sans Unicode"/>
                <a:cs typeface="Lucida Sans Unicode"/>
              </a:rPr>
              <a:t> </a:t>
            </a:r>
            <a:r>
              <a:rPr sz="1600" dirty="0">
                <a:latin typeface="Lucida Sans Unicode"/>
                <a:cs typeface="Lucida Sans Unicode"/>
              </a:rPr>
              <a:t>roja</a:t>
            </a:r>
            <a:r>
              <a:rPr sz="1600" spc="70" dirty="0">
                <a:latin typeface="Lucida Sans Unicode"/>
                <a:cs typeface="Lucida Sans Unicode"/>
              </a:rPr>
              <a:t> </a:t>
            </a:r>
            <a:r>
              <a:rPr sz="1600" dirty="0">
                <a:latin typeface="Lucida Sans Unicode"/>
                <a:cs typeface="Lucida Sans Unicode"/>
              </a:rPr>
              <a:t>representa</a:t>
            </a:r>
            <a:r>
              <a:rPr sz="1600" spc="75" dirty="0">
                <a:latin typeface="Lucida Sans Unicode"/>
                <a:cs typeface="Lucida Sans Unicode"/>
              </a:rPr>
              <a:t> una</a:t>
            </a:r>
            <a:r>
              <a:rPr sz="1600" spc="70" dirty="0">
                <a:latin typeface="Lucida Sans Unicode"/>
                <a:cs typeface="Lucida Sans Unicode"/>
              </a:rPr>
              <a:t> </a:t>
            </a:r>
            <a:r>
              <a:rPr sz="1600" dirty="0">
                <a:latin typeface="Lucida Sans Unicode"/>
                <a:cs typeface="Lucida Sans Unicode"/>
              </a:rPr>
              <a:t>predicción</a:t>
            </a:r>
            <a:r>
              <a:rPr sz="1600" spc="70" dirty="0">
                <a:latin typeface="Lucida Sans Unicode"/>
                <a:cs typeface="Lucida Sans Unicode"/>
              </a:rPr>
              <a:t> </a:t>
            </a:r>
            <a:r>
              <a:rPr sz="1600" dirty="0">
                <a:latin typeface="Lucida Sans Unicode"/>
                <a:cs typeface="Lucida Sans Unicode"/>
              </a:rPr>
              <a:t>perfecta,</a:t>
            </a:r>
            <a:r>
              <a:rPr sz="1600" spc="75" dirty="0">
                <a:latin typeface="Lucida Sans Unicode"/>
                <a:cs typeface="Lucida Sans Unicode"/>
              </a:rPr>
              <a:t> </a:t>
            </a:r>
            <a:r>
              <a:rPr sz="1600" spc="50" dirty="0">
                <a:latin typeface="Lucida Sans Unicode"/>
                <a:cs typeface="Lucida Sans Unicode"/>
              </a:rPr>
              <a:t>donde</a:t>
            </a:r>
            <a:r>
              <a:rPr sz="1600" spc="70" dirty="0">
                <a:latin typeface="Lucida Sans Unicode"/>
                <a:cs typeface="Lucida Sans Unicode"/>
              </a:rPr>
              <a:t> </a:t>
            </a:r>
            <a:r>
              <a:rPr sz="1600" dirty="0">
                <a:latin typeface="Lucida Sans Unicode"/>
                <a:cs typeface="Lucida Sans Unicode"/>
              </a:rPr>
              <a:t>el</a:t>
            </a:r>
            <a:r>
              <a:rPr sz="1600" spc="70" dirty="0">
                <a:latin typeface="Lucida Sans Unicode"/>
                <a:cs typeface="Lucida Sans Unicode"/>
              </a:rPr>
              <a:t> </a:t>
            </a:r>
            <a:r>
              <a:rPr sz="1600" dirty="0">
                <a:latin typeface="Lucida Sans Unicode"/>
                <a:cs typeface="Lucida Sans Unicode"/>
              </a:rPr>
              <a:t>modelo</a:t>
            </a:r>
            <a:r>
              <a:rPr sz="1600" spc="75" dirty="0">
                <a:latin typeface="Lucida Sans Unicode"/>
                <a:cs typeface="Lucida Sans Unicode"/>
              </a:rPr>
              <a:t> </a:t>
            </a:r>
            <a:r>
              <a:rPr sz="1600" dirty="0">
                <a:latin typeface="Lucida Sans Unicode"/>
                <a:cs typeface="Lucida Sans Unicode"/>
              </a:rPr>
              <a:t>estimaría</a:t>
            </a:r>
            <a:r>
              <a:rPr sz="1600" spc="70" dirty="0">
                <a:latin typeface="Lucida Sans Unicode"/>
                <a:cs typeface="Lucida Sans Unicode"/>
              </a:rPr>
              <a:t> </a:t>
            </a:r>
            <a:r>
              <a:rPr sz="1600" spc="60" dirty="0">
                <a:latin typeface="Lucida Sans Unicode"/>
                <a:cs typeface="Lucida Sans Unicode"/>
              </a:rPr>
              <a:t>exactamente</a:t>
            </a:r>
            <a:r>
              <a:rPr sz="1600" spc="70" dirty="0">
                <a:latin typeface="Lucida Sans Unicode"/>
                <a:cs typeface="Lucida Sans Unicode"/>
              </a:rPr>
              <a:t> </a:t>
            </a:r>
            <a:r>
              <a:rPr sz="1600" dirty="0">
                <a:latin typeface="Lucida Sans Unicode"/>
                <a:cs typeface="Lucida Sans Unicode"/>
              </a:rPr>
              <a:t>los</a:t>
            </a:r>
            <a:r>
              <a:rPr sz="1600" spc="75" dirty="0">
                <a:latin typeface="Lucida Sans Unicode"/>
                <a:cs typeface="Lucida Sans Unicode"/>
              </a:rPr>
              <a:t> </a:t>
            </a:r>
            <a:r>
              <a:rPr sz="1600" dirty="0">
                <a:latin typeface="Lucida Sans Unicode"/>
                <a:cs typeface="Lucida Sans Unicode"/>
              </a:rPr>
              <a:t>valores</a:t>
            </a:r>
            <a:r>
              <a:rPr sz="1600" spc="70" dirty="0">
                <a:latin typeface="Lucida Sans Unicode"/>
                <a:cs typeface="Lucida Sans Unicode"/>
              </a:rPr>
              <a:t> </a:t>
            </a:r>
            <a:r>
              <a:rPr sz="1600" spc="-10" dirty="0">
                <a:latin typeface="Lucida Sans Unicode"/>
                <a:cs typeface="Lucida Sans Unicode"/>
              </a:rPr>
              <a:t>observados.</a:t>
            </a:r>
            <a:endParaRPr sz="1600">
              <a:latin typeface="Lucida Sans Unicode"/>
              <a:cs typeface="Lucida Sans Unicode"/>
            </a:endParaRPr>
          </a:p>
          <a:p>
            <a:pPr marL="357505" marR="5080">
              <a:lnSpc>
                <a:spcPct val="113300"/>
              </a:lnSpc>
            </a:pPr>
            <a:r>
              <a:rPr sz="1600" spc="80" dirty="0">
                <a:latin typeface="Lucida Sans Unicode"/>
                <a:cs typeface="Lucida Sans Unicode"/>
              </a:rPr>
              <a:t>Se</a:t>
            </a:r>
            <a:r>
              <a:rPr sz="1600" spc="150" dirty="0">
                <a:latin typeface="Lucida Sans Unicode"/>
                <a:cs typeface="Lucida Sans Unicode"/>
              </a:rPr>
              <a:t> </a:t>
            </a:r>
            <a:r>
              <a:rPr sz="1600" spc="50" dirty="0">
                <a:latin typeface="Lucida Sans Unicode"/>
                <a:cs typeface="Lucida Sans Unicode"/>
              </a:rPr>
              <a:t>observa</a:t>
            </a:r>
            <a:r>
              <a:rPr sz="1600" spc="155" dirty="0">
                <a:latin typeface="Lucida Sans Unicode"/>
                <a:cs typeface="Lucida Sans Unicode"/>
              </a:rPr>
              <a:t> </a:t>
            </a:r>
            <a:r>
              <a:rPr sz="1600" spc="75" dirty="0">
                <a:latin typeface="Lucida Sans Unicode"/>
                <a:cs typeface="Lucida Sans Unicode"/>
              </a:rPr>
              <a:t>una</a:t>
            </a:r>
            <a:r>
              <a:rPr sz="1600" spc="150" dirty="0">
                <a:latin typeface="Lucida Sans Unicode"/>
                <a:cs typeface="Lucida Sans Unicode"/>
              </a:rPr>
              <a:t> </a:t>
            </a:r>
            <a:r>
              <a:rPr sz="1600" spc="55" dirty="0">
                <a:latin typeface="Lucida Sans Unicode"/>
                <a:cs typeface="Lucida Sans Unicode"/>
              </a:rPr>
              <a:t>tendencia</a:t>
            </a:r>
            <a:r>
              <a:rPr sz="1600" spc="155" dirty="0">
                <a:latin typeface="Lucida Sans Unicode"/>
                <a:cs typeface="Lucida Sans Unicode"/>
              </a:rPr>
              <a:t> </a:t>
            </a:r>
            <a:r>
              <a:rPr sz="1600" spc="45" dirty="0">
                <a:latin typeface="Lucida Sans Unicode"/>
                <a:cs typeface="Lucida Sans Unicode"/>
              </a:rPr>
              <a:t>general</a:t>
            </a:r>
            <a:r>
              <a:rPr sz="1600" spc="150" dirty="0">
                <a:latin typeface="Lucida Sans Unicode"/>
                <a:cs typeface="Lucida Sans Unicode"/>
              </a:rPr>
              <a:t> </a:t>
            </a:r>
            <a:r>
              <a:rPr sz="1600" dirty="0">
                <a:latin typeface="Lucida Sans Unicode"/>
                <a:cs typeface="Lucida Sans Unicode"/>
              </a:rPr>
              <a:t>ascendente,</a:t>
            </a:r>
            <a:r>
              <a:rPr sz="1600" spc="155" dirty="0">
                <a:latin typeface="Lucida Sans Unicode"/>
                <a:cs typeface="Lucida Sans Unicode"/>
              </a:rPr>
              <a:t> </a:t>
            </a:r>
            <a:r>
              <a:rPr sz="1600" dirty="0">
                <a:latin typeface="Lucida Sans Unicode"/>
                <a:cs typeface="Lucida Sans Unicode"/>
              </a:rPr>
              <a:t>lo</a:t>
            </a:r>
            <a:r>
              <a:rPr sz="1600" spc="150" dirty="0">
                <a:latin typeface="Lucida Sans Unicode"/>
                <a:cs typeface="Lucida Sans Unicode"/>
              </a:rPr>
              <a:t> </a:t>
            </a:r>
            <a:r>
              <a:rPr sz="1600" spc="55" dirty="0">
                <a:latin typeface="Lucida Sans Unicode"/>
                <a:cs typeface="Lucida Sans Unicode"/>
              </a:rPr>
              <a:t>que</a:t>
            </a:r>
            <a:r>
              <a:rPr sz="1600" spc="155" dirty="0">
                <a:latin typeface="Lucida Sans Unicode"/>
                <a:cs typeface="Lucida Sans Unicode"/>
              </a:rPr>
              <a:t> </a:t>
            </a:r>
            <a:r>
              <a:rPr sz="1600" dirty="0">
                <a:latin typeface="Lucida Sans Unicode"/>
                <a:cs typeface="Lucida Sans Unicode"/>
              </a:rPr>
              <a:t>indica</a:t>
            </a:r>
            <a:r>
              <a:rPr sz="1600" spc="150" dirty="0">
                <a:latin typeface="Lucida Sans Unicode"/>
                <a:cs typeface="Lucida Sans Unicode"/>
              </a:rPr>
              <a:t> </a:t>
            </a:r>
            <a:r>
              <a:rPr sz="1600" spc="55" dirty="0">
                <a:latin typeface="Lucida Sans Unicode"/>
                <a:cs typeface="Lucida Sans Unicode"/>
              </a:rPr>
              <a:t>que</a:t>
            </a:r>
            <a:r>
              <a:rPr sz="1600" spc="155" dirty="0">
                <a:latin typeface="Lucida Sans Unicode"/>
                <a:cs typeface="Lucida Sans Unicode"/>
              </a:rPr>
              <a:t> </a:t>
            </a:r>
            <a:r>
              <a:rPr sz="1600" dirty="0">
                <a:latin typeface="Lucida Sans Unicode"/>
                <a:cs typeface="Lucida Sans Unicode"/>
              </a:rPr>
              <a:t>el</a:t>
            </a:r>
            <a:r>
              <a:rPr sz="1600" spc="150" dirty="0">
                <a:latin typeface="Lucida Sans Unicode"/>
                <a:cs typeface="Lucida Sans Unicode"/>
              </a:rPr>
              <a:t> </a:t>
            </a:r>
            <a:r>
              <a:rPr sz="1600" dirty="0">
                <a:latin typeface="Lucida Sans Unicode"/>
                <a:cs typeface="Lucida Sans Unicode"/>
              </a:rPr>
              <a:t>modelo</a:t>
            </a:r>
            <a:r>
              <a:rPr sz="1600" spc="155" dirty="0">
                <a:latin typeface="Lucida Sans Unicode"/>
                <a:cs typeface="Lucida Sans Unicode"/>
              </a:rPr>
              <a:t> </a:t>
            </a:r>
            <a:r>
              <a:rPr sz="1600" dirty="0">
                <a:latin typeface="Lucida Sans Unicode"/>
                <a:cs typeface="Lucida Sans Unicode"/>
              </a:rPr>
              <a:t>logra</a:t>
            </a:r>
            <a:r>
              <a:rPr sz="1600" spc="150" dirty="0">
                <a:latin typeface="Lucida Sans Unicode"/>
                <a:cs typeface="Lucida Sans Unicode"/>
              </a:rPr>
              <a:t> </a:t>
            </a:r>
            <a:r>
              <a:rPr sz="1600" spc="55" dirty="0">
                <a:latin typeface="Lucida Sans Unicode"/>
                <a:cs typeface="Lucida Sans Unicode"/>
              </a:rPr>
              <a:t>capturar</a:t>
            </a:r>
            <a:r>
              <a:rPr sz="1600" spc="155" dirty="0">
                <a:latin typeface="Lucida Sans Unicode"/>
                <a:cs typeface="Lucida Sans Unicode"/>
              </a:rPr>
              <a:t> </a:t>
            </a:r>
            <a:r>
              <a:rPr sz="1600" spc="55" dirty="0">
                <a:latin typeface="Lucida Sans Unicode"/>
                <a:cs typeface="Lucida Sans Unicode"/>
              </a:rPr>
              <a:t>parcialmente</a:t>
            </a:r>
            <a:r>
              <a:rPr sz="1600" spc="155" dirty="0">
                <a:latin typeface="Lucida Sans Unicode"/>
                <a:cs typeface="Lucida Sans Unicode"/>
              </a:rPr>
              <a:t> </a:t>
            </a:r>
            <a:r>
              <a:rPr sz="1600" spc="55" dirty="0">
                <a:latin typeface="Lucida Sans Unicode"/>
                <a:cs typeface="Lucida Sans Unicode"/>
              </a:rPr>
              <a:t>la</a:t>
            </a:r>
            <a:r>
              <a:rPr sz="1600" spc="150" dirty="0">
                <a:latin typeface="Lucida Sans Unicode"/>
                <a:cs typeface="Lucida Sans Unicode"/>
              </a:rPr>
              <a:t> </a:t>
            </a:r>
            <a:r>
              <a:rPr sz="1600" dirty="0">
                <a:latin typeface="Lucida Sans Unicode"/>
                <a:cs typeface="Lucida Sans Unicode"/>
              </a:rPr>
              <a:t>relación</a:t>
            </a:r>
            <a:r>
              <a:rPr sz="1600" spc="155" dirty="0">
                <a:latin typeface="Lucida Sans Unicode"/>
                <a:cs typeface="Lucida Sans Unicode"/>
              </a:rPr>
              <a:t> </a:t>
            </a:r>
            <a:r>
              <a:rPr sz="1600" dirty="0">
                <a:latin typeface="Lucida Sans Unicode"/>
                <a:cs typeface="Lucida Sans Unicode"/>
              </a:rPr>
              <a:t>entre</a:t>
            </a:r>
            <a:r>
              <a:rPr sz="1600" spc="150" dirty="0">
                <a:latin typeface="Lucida Sans Unicode"/>
                <a:cs typeface="Lucida Sans Unicode"/>
              </a:rPr>
              <a:t> </a:t>
            </a:r>
            <a:r>
              <a:rPr sz="1600" dirty="0">
                <a:latin typeface="Lucida Sans Unicode"/>
                <a:cs typeface="Lucida Sans Unicode"/>
              </a:rPr>
              <a:t>las</a:t>
            </a:r>
            <a:r>
              <a:rPr sz="1600" spc="155" dirty="0">
                <a:latin typeface="Lucida Sans Unicode"/>
                <a:cs typeface="Lucida Sans Unicode"/>
              </a:rPr>
              <a:t> </a:t>
            </a:r>
            <a:r>
              <a:rPr sz="1600" dirty="0">
                <a:latin typeface="Lucida Sans Unicode"/>
                <a:cs typeface="Lucida Sans Unicode"/>
              </a:rPr>
              <a:t>variables</a:t>
            </a:r>
            <a:r>
              <a:rPr sz="1600" spc="150" dirty="0">
                <a:latin typeface="Lucida Sans Unicode"/>
                <a:cs typeface="Lucida Sans Unicode"/>
              </a:rPr>
              <a:t> </a:t>
            </a:r>
            <a:r>
              <a:rPr sz="1600" spc="55" dirty="0">
                <a:latin typeface="Lucida Sans Unicode"/>
                <a:cs typeface="Lucida Sans Unicode"/>
              </a:rPr>
              <a:t>ambientales</a:t>
            </a:r>
            <a:r>
              <a:rPr sz="1600" spc="155" dirty="0">
                <a:latin typeface="Lucida Sans Unicode"/>
                <a:cs typeface="Lucida Sans Unicode"/>
              </a:rPr>
              <a:t> </a:t>
            </a:r>
            <a:r>
              <a:rPr sz="1600" spc="55" dirty="0">
                <a:latin typeface="Lucida Sans Unicode"/>
                <a:cs typeface="Lucida Sans Unicode"/>
              </a:rPr>
              <a:t>y</a:t>
            </a:r>
            <a:r>
              <a:rPr sz="1600" spc="150" dirty="0">
                <a:latin typeface="Lucida Sans Unicode"/>
                <a:cs typeface="Lucida Sans Unicode"/>
              </a:rPr>
              <a:t> </a:t>
            </a:r>
            <a:r>
              <a:rPr sz="1600" dirty="0">
                <a:latin typeface="Lucida Sans Unicode"/>
                <a:cs typeface="Lucida Sans Unicode"/>
              </a:rPr>
              <a:t>los</a:t>
            </a:r>
            <a:r>
              <a:rPr sz="1600" spc="155" dirty="0">
                <a:latin typeface="Lucida Sans Unicode"/>
                <a:cs typeface="Lucida Sans Unicode"/>
              </a:rPr>
              <a:t> </a:t>
            </a:r>
            <a:r>
              <a:rPr sz="1600" dirty="0">
                <a:latin typeface="Lucida Sans Unicode"/>
                <a:cs typeface="Lucida Sans Unicode"/>
              </a:rPr>
              <a:t>niveles</a:t>
            </a:r>
            <a:r>
              <a:rPr sz="1600" spc="150" dirty="0">
                <a:latin typeface="Lucida Sans Unicode"/>
                <a:cs typeface="Lucida Sans Unicode"/>
              </a:rPr>
              <a:t> </a:t>
            </a:r>
            <a:r>
              <a:rPr sz="1600" spc="50" dirty="0">
                <a:latin typeface="Lucida Sans Unicode"/>
                <a:cs typeface="Lucida Sans Unicode"/>
              </a:rPr>
              <a:t>de </a:t>
            </a:r>
            <a:r>
              <a:rPr sz="1600" spc="-10" dirty="0">
                <a:latin typeface="Lucida Sans Unicode"/>
                <a:cs typeface="Lucida Sans Unicode"/>
              </a:rPr>
              <a:t>contaminación.</a:t>
            </a:r>
            <a:endParaRPr sz="1600">
              <a:latin typeface="Lucida Sans Unicode"/>
              <a:cs typeface="Lucida Sans Unicode"/>
            </a:endParaRPr>
          </a:p>
          <a:p>
            <a:pPr marL="12700">
              <a:lnSpc>
                <a:spcPct val="100000"/>
              </a:lnSpc>
              <a:spcBef>
                <a:spcPts val="2430"/>
              </a:spcBef>
            </a:pPr>
            <a:r>
              <a:rPr sz="1600" spc="-10" dirty="0">
                <a:latin typeface="Lucida Sans Unicode"/>
                <a:cs typeface="Lucida Sans Unicode"/>
              </a:rPr>
              <a:t>Interpretación:</a:t>
            </a:r>
            <a:endParaRPr sz="1600">
              <a:latin typeface="Lucida Sans Unicode"/>
              <a:cs typeface="Lucida Sans Unicode"/>
            </a:endParaRPr>
          </a:p>
          <a:p>
            <a:pPr marL="357505">
              <a:lnSpc>
                <a:spcPct val="100000"/>
              </a:lnSpc>
              <a:spcBef>
                <a:spcPts val="254"/>
              </a:spcBef>
            </a:pPr>
            <a:r>
              <a:rPr sz="1600" spc="-45" dirty="0">
                <a:latin typeface="Lucida Sans Unicode"/>
                <a:cs typeface="Lucida Sans Unicode"/>
              </a:rPr>
              <a:t>Los</a:t>
            </a:r>
            <a:r>
              <a:rPr sz="1600" spc="-10" dirty="0">
                <a:latin typeface="Lucida Sans Unicode"/>
                <a:cs typeface="Lucida Sans Unicode"/>
              </a:rPr>
              <a:t> </a:t>
            </a:r>
            <a:r>
              <a:rPr sz="1600" dirty="0">
                <a:latin typeface="Lucida Sans Unicode"/>
                <a:cs typeface="Lucida Sans Unicode"/>
              </a:rPr>
              <a:t>puntos</a:t>
            </a:r>
            <a:r>
              <a:rPr sz="1600" spc="-10" dirty="0">
                <a:latin typeface="Lucida Sans Unicode"/>
                <a:cs typeface="Lucida Sans Unicode"/>
              </a:rPr>
              <a:t> </a:t>
            </a:r>
            <a:r>
              <a:rPr sz="1600" spc="50" dirty="0">
                <a:latin typeface="Lucida Sans Unicode"/>
                <a:cs typeface="Lucida Sans Unicode"/>
              </a:rPr>
              <a:t>se</a:t>
            </a:r>
            <a:r>
              <a:rPr sz="1600" spc="-10" dirty="0">
                <a:latin typeface="Lucida Sans Unicode"/>
                <a:cs typeface="Lucida Sans Unicode"/>
              </a:rPr>
              <a:t> </a:t>
            </a:r>
            <a:r>
              <a:rPr sz="1600" spc="55" dirty="0">
                <a:latin typeface="Lucida Sans Unicode"/>
                <a:cs typeface="Lucida Sans Unicode"/>
              </a:rPr>
              <a:t>concentran</a:t>
            </a:r>
            <a:r>
              <a:rPr sz="1600" spc="-10" dirty="0">
                <a:latin typeface="Lucida Sans Unicode"/>
                <a:cs typeface="Lucida Sans Unicode"/>
              </a:rPr>
              <a:t> </a:t>
            </a:r>
            <a:r>
              <a:rPr sz="1600" dirty="0">
                <a:latin typeface="Lucida Sans Unicode"/>
                <a:cs typeface="Lucida Sans Unicode"/>
              </a:rPr>
              <a:t>alrededor</a:t>
            </a:r>
            <a:r>
              <a:rPr sz="1600" spc="-10" dirty="0">
                <a:latin typeface="Lucida Sans Unicode"/>
                <a:cs typeface="Lucida Sans Unicode"/>
              </a:rPr>
              <a:t> </a:t>
            </a:r>
            <a:r>
              <a:rPr sz="1600" spc="75" dirty="0">
                <a:latin typeface="Lucida Sans Unicode"/>
                <a:cs typeface="Lucida Sans Unicode"/>
              </a:rPr>
              <a:t>de</a:t>
            </a:r>
            <a:r>
              <a:rPr sz="1600" spc="-10" dirty="0">
                <a:latin typeface="Lucida Sans Unicode"/>
                <a:cs typeface="Lucida Sans Unicode"/>
              </a:rPr>
              <a:t> </a:t>
            </a:r>
            <a:r>
              <a:rPr sz="1600" spc="55" dirty="0">
                <a:latin typeface="Lucida Sans Unicode"/>
                <a:cs typeface="Lucida Sans Unicode"/>
              </a:rPr>
              <a:t>la</a:t>
            </a:r>
            <a:r>
              <a:rPr sz="1600" spc="-10" dirty="0">
                <a:latin typeface="Lucida Sans Unicode"/>
                <a:cs typeface="Lucida Sans Unicode"/>
              </a:rPr>
              <a:t> </a:t>
            </a:r>
            <a:r>
              <a:rPr sz="1600" dirty="0">
                <a:latin typeface="Lucida Sans Unicode"/>
                <a:cs typeface="Lucida Sans Unicode"/>
              </a:rPr>
              <a:t>línea</a:t>
            </a:r>
            <a:r>
              <a:rPr sz="1600" spc="-10" dirty="0">
                <a:latin typeface="Lucida Sans Unicode"/>
                <a:cs typeface="Lucida Sans Unicode"/>
              </a:rPr>
              <a:t> </a:t>
            </a:r>
            <a:r>
              <a:rPr sz="1600" spc="-30" dirty="0">
                <a:latin typeface="Lucida Sans Unicode"/>
                <a:cs typeface="Lucida Sans Unicode"/>
              </a:rPr>
              <a:t>roja,</a:t>
            </a:r>
            <a:r>
              <a:rPr sz="1600" spc="-10" dirty="0">
                <a:latin typeface="Lucida Sans Unicode"/>
                <a:cs typeface="Lucida Sans Unicode"/>
              </a:rPr>
              <a:t> </a:t>
            </a:r>
            <a:r>
              <a:rPr sz="1600" spc="65" dirty="0">
                <a:latin typeface="Lucida Sans Unicode"/>
                <a:cs typeface="Lucida Sans Unicode"/>
              </a:rPr>
              <a:t>aunque</a:t>
            </a:r>
            <a:r>
              <a:rPr sz="1600" spc="-10" dirty="0">
                <a:latin typeface="Lucida Sans Unicode"/>
                <a:cs typeface="Lucida Sans Unicode"/>
              </a:rPr>
              <a:t> </a:t>
            </a:r>
            <a:r>
              <a:rPr sz="1600" spc="60" dirty="0">
                <a:latin typeface="Lucida Sans Unicode"/>
                <a:cs typeface="Lucida Sans Unicode"/>
              </a:rPr>
              <a:t>con</a:t>
            </a:r>
            <a:r>
              <a:rPr sz="1600" spc="-10" dirty="0">
                <a:latin typeface="Lucida Sans Unicode"/>
                <a:cs typeface="Lucida Sans Unicode"/>
              </a:rPr>
              <a:t> </a:t>
            </a:r>
            <a:r>
              <a:rPr sz="1600" dirty="0">
                <a:latin typeface="Lucida Sans Unicode"/>
                <a:cs typeface="Lucida Sans Unicode"/>
              </a:rPr>
              <a:t>cierta</a:t>
            </a:r>
            <a:r>
              <a:rPr sz="1600" spc="-10" dirty="0">
                <a:latin typeface="Lucida Sans Unicode"/>
                <a:cs typeface="Lucida Sans Unicode"/>
              </a:rPr>
              <a:t> dispersión, </a:t>
            </a:r>
            <a:r>
              <a:rPr sz="1600" spc="55" dirty="0">
                <a:latin typeface="Lucida Sans Unicode"/>
                <a:cs typeface="Lucida Sans Unicode"/>
              </a:rPr>
              <a:t>especialmente</a:t>
            </a:r>
            <a:r>
              <a:rPr sz="1600" spc="-10" dirty="0">
                <a:latin typeface="Lucida Sans Unicode"/>
                <a:cs typeface="Lucida Sans Unicode"/>
              </a:rPr>
              <a:t> </a:t>
            </a:r>
            <a:r>
              <a:rPr sz="1600" spc="60" dirty="0">
                <a:latin typeface="Lucida Sans Unicode"/>
                <a:cs typeface="Lucida Sans Unicode"/>
              </a:rPr>
              <a:t>en</a:t>
            </a:r>
            <a:r>
              <a:rPr sz="1600" spc="-10" dirty="0">
                <a:latin typeface="Lucida Sans Unicode"/>
                <a:cs typeface="Lucida Sans Unicode"/>
              </a:rPr>
              <a:t> </a:t>
            </a:r>
            <a:r>
              <a:rPr sz="1600" dirty="0">
                <a:latin typeface="Lucida Sans Unicode"/>
                <a:cs typeface="Lucida Sans Unicode"/>
              </a:rPr>
              <a:t>los</a:t>
            </a:r>
            <a:r>
              <a:rPr sz="1600" spc="-10" dirty="0">
                <a:latin typeface="Lucida Sans Unicode"/>
                <a:cs typeface="Lucida Sans Unicode"/>
              </a:rPr>
              <a:t> </a:t>
            </a:r>
            <a:r>
              <a:rPr sz="1600" dirty="0">
                <a:latin typeface="Lucida Sans Unicode"/>
                <a:cs typeface="Lucida Sans Unicode"/>
              </a:rPr>
              <a:t>valores</a:t>
            </a:r>
            <a:r>
              <a:rPr sz="1600" spc="-10" dirty="0">
                <a:latin typeface="Lucida Sans Unicode"/>
                <a:cs typeface="Lucida Sans Unicode"/>
              </a:rPr>
              <a:t> intermedios.</a:t>
            </a:r>
            <a:endParaRPr sz="1600">
              <a:latin typeface="Lucida Sans Unicode"/>
              <a:cs typeface="Lucida Sans Unicode"/>
            </a:endParaRPr>
          </a:p>
          <a:p>
            <a:pPr marL="357505">
              <a:lnSpc>
                <a:spcPct val="100000"/>
              </a:lnSpc>
              <a:spcBef>
                <a:spcPts val="254"/>
              </a:spcBef>
            </a:pPr>
            <a:r>
              <a:rPr sz="1600" dirty="0">
                <a:latin typeface="Lucida Sans Unicode"/>
                <a:cs typeface="Lucida Sans Unicode"/>
              </a:rPr>
              <a:t>Esto</a:t>
            </a:r>
            <a:r>
              <a:rPr sz="1600" spc="30" dirty="0">
                <a:latin typeface="Lucida Sans Unicode"/>
                <a:cs typeface="Lucida Sans Unicode"/>
              </a:rPr>
              <a:t> </a:t>
            </a:r>
            <a:r>
              <a:rPr sz="1600" dirty="0">
                <a:latin typeface="Lucida Sans Unicode"/>
                <a:cs typeface="Lucida Sans Unicode"/>
              </a:rPr>
              <a:t>sugiere</a:t>
            </a:r>
            <a:r>
              <a:rPr sz="1600" spc="30" dirty="0">
                <a:latin typeface="Lucida Sans Unicode"/>
                <a:cs typeface="Lucida Sans Unicode"/>
              </a:rPr>
              <a:t> </a:t>
            </a:r>
            <a:r>
              <a:rPr sz="1600" spc="55" dirty="0">
                <a:latin typeface="Lucida Sans Unicode"/>
                <a:cs typeface="Lucida Sans Unicode"/>
              </a:rPr>
              <a:t>que</a:t>
            </a:r>
            <a:r>
              <a:rPr sz="1600" spc="30" dirty="0">
                <a:latin typeface="Lucida Sans Unicode"/>
                <a:cs typeface="Lucida Sans Unicode"/>
              </a:rPr>
              <a:t> </a:t>
            </a:r>
            <a:r>
              <a:rPr sz="1600" dirty="0">
                <a:latin typeface="Lucida Sans Unicode"/>
                <a:cs typeface="Lucida Sans Unicode"/>
              </a:rPr>
              <a:t>el</a:t>
            </a:r>
            <a:r>
              <a:rPr sz="1600" spc="30" dirty="0">
                <a:latin typeface="Lucida Sans Unicode"/>
                <a:cs typeface="Lucida Sans Unicode"/>
              </a:rPr>
              <a:t> </a:t>
            </a:r>
            <a:r>
              <a:rPr sz="1600" dirty="0">
                <a:latin typeface="Lucida Sans Unicode"/>
                <a:cs typeface="Lucida Sans Unicode"/>
              </a:rPr>
              <a:t>modelo</a:t>
            </a:r>
            <a:r>
              <a:rPr sz="1600" spc="30" dirty="0">
                <a:latin typeface="Lucida Sans Unicode"/>
                <a:cs typeface="Lucida Sans Unicode"/>
              </a:rPr>
              <a:t> </a:t>
            </a:r>
            <a:r>
              <a:rPr sz="1600" dirty="0">
                <a:latin typeface="Lucida Sans Unicode"/>
                <a:cs typeface="Lucida Sans Unicode"/>
              </a:rPr>
              <a:t>predice</a:t>
            </a:r>
            <a:r>
              <a:rPr sz="1600" spc="35" dirty="0">
                <a:latin typeface="Lucida Sans Unicode"/>
                <a:cs typeface="Lucida Sans Unicode"/>
              </a:rPr>
              <a:t> </a:t>
            </a:r>
            <a:r>
              <a:rPr sz="1600" spc="55" dirty="0">
                <a:latin typeface="Lucida Sans Unicode"/>
                <a:cs typeface="Lucida Sans Unicode"/>
              </a:rPr>
              <a:t>correctamente</a:t>
            </a:r>
            <a:r>
              <a:rPr sz="1600" spc="30" dirty="0">
                <a:latin typeface="Lucida Sans Unicode"/>
                <a:cs typeface="Lucida Sans Unicode"/>
              </a:rPr>
              <a:t> </a:t>
            </a:r>
            <a:r>
              <a:rPr sz="1600" dirty="0">
                <a:latin typeface="Lucida Sans Unicode"/>
                <a:cs typeface="Lucida Sans Unicode"/>
              </a:rPr>
              <a:t>las</a:t>
            </a:r>
            <a:r>
              <a:rPr sz="1600" spc="30" dirty="0">
                <a:latin typeface="Lucida Sans Unicode"/>
                <a:cs typeface="Lucida Sans Unicode"/>
              </a:rPr>
              <a:t> </a:t>
            </a:r>
            <a:r>
              <a:rPr sz="1600" spc="50" dirty="0">
                <a:latin typeface="Lucida Sans Unicode"/>
                <a:cs typeface="Lucida Sans Unicode"/>
              </a:rPr>
              <a:t>tendencias</a:t>
            </a:r>
            <a:r>
              <a:rPr sz="1600" spc="30" dirty="0">
                <a:latin typeface="Lucida Sans Unicode"/>
                <a:cs typeface="Lucida Sans Unicode"/>
              </a:rPr>
              <a:t> </a:t>
            </a:r>
            <a:r>
              <a:rPr sz="1600" dirty="0">
                <a:latin typeface="Lucida Sans Unicode"/>
                <a:cs typeface="Lucida Sans Unicode"/>
              </a:rPr>
              <a:t>generales,</a:t>
            </a:r>
            <a:r>
              <a:rPr sz="1600" spc="30" dirty="0">
                <a:latin typeface="Lucida Sans Unicode"/>
                <a:cs typeface="Lucida Sans Unicode"/>
              </a:rPr>
              <a:t> </a:t>
            </a:r>
            <a:r>
              <a:rPr sz="1600" dirty="0">
                <a:latin typeface="Lucida Sans Unicode"/>
                <a:cs typeface="Lucida Sans Unicode"/>
              </a:rPr>
              <a:t>pero</a:t>
            </a:r>
            <a:r>
              <a:rPr sz="1600" spc="35" dirty="0">
                <a:latin typeface="Lucida Sans Unicode"/>
                <a:cs typeface="Lucida Sans Unicode"/>
              </a:rPr>
              <a:t> </a:t>
            </a:r>
            <a:r>
              <a:rPr sz="1600" dirty="0">
                <a:latin typeface="Lucida Sans Unicode"/>
                <a:cs typeface="Lucida Sans Unicode"/>
              </a:rPr>
              <a:t>tiene</a:t>
            </a:r>
            <a:r>
              <a:rPr sz="1600" spc="30" dirty="0">
                <a:latin typeface="Lucida Sans Unicode"/>
                <a:cs typeface="Lucida Sans Unicode"/>
              </a:rPr>
              <a:t> </a:t>
            </a:r>
            <a:r>
              <a:rPr sz="1600" dirty="0">
                <a:latin typeface="Lucida Sans Unicode"/>
                <a:cs typeface="Lucida Sans Unicode"/>
              </a:rPr>
              <a:t>limitaciones</a:t>
            </a:r>
            <a:r>
              <a:rPr sz="1600" spc="30" dirty="0">
                <a:latin typeface="Lucida Sans Unicode"/>
                <a:cs typeface="Lucida Sans Unicode"/>
              </a:rPr>
              <a:t> </a:t>
            </a:r>
            <a:r>
              <a:rPr sz="1600" spc="90" dirty="0">
                <a:latin typeface="Lucida Sans Unicode"/>
                <a:cs typeface="Lucida Sans Unicode"/>
              </a:rPr>
              <a:t>para</a:t>
            </a:r>
            <a:r>
              <a:rPr sz="1600" spc="30" dirty="0">
                <a:latin typeface="Lucida Sans Unicode"/>
                <a:cs typeface="Lucida Sans Unicode"/>
              </a:rPr>
              <a:t> </a:t>
            </a:r>
            <a:r>
              <a:rPr sz="1600" dirty="0">
                <a:latin typeface="Lucida Sans Unicode"/>
                <a:cs typeface="Lucida Sans Unicode"/>
              </a:rPr>
              <a:t>los</a:t>
            </a:r>
            <a:r>
              <a:rPr sz="1600" spc="30" dirty="0">
                <a:latin typeface="Lucida Sans Unicode"/>
                <a:cs typeface="Lucida Sans Unicode"/>
              </a:rPr>
              <a:t> </a:t>
            </a:r>
            <a:r>
              <a:rPr sz="1600" spc="70" dirty="0">
                <a:latin typeface="Lucida Sans Unicode"/>
                <a:cs typeface="Lucida Sans Unicode"/>
              </a:rPr>
              <a:t>casos</a:t>
            </a:r>
            <a:r>
              <a:rPr sz="1600" spc="35" dirty="0">
                <a:latin typeface="Lucida Sans Unicode"/>
                <a:cs typeface="Lucida Sans Unicode"/>
              </a:rPr>
              <a:t> </a:t>
            </a:r>
            <a:r>
              <a:rPr sz="1600" dirty="0">
                <a:latin typeface="Lucida Sans Unicode"/>
                <a:cs typeface="Lucida Sans Unicode"/>
              </a:rPr>
              <a:t>extremos</a:t>
            </a:r>
            <a:r>
              <a:rPr sz="1600" spc="30" dirty="0">
                <a:latin typeface="Lucida Sans Unicode"/>
                <a:cs typeface="Lucida Sans Unicode"/>
              </a:rPr>
              <a:t> </a:t>
            </a:r>
            <a:r>
              <a:rPr sz="1600" dirty="0">
                <a:latin typeface="Lucida Sans Unicode"/>
                <a:cs typeface="Lucida Sans Unicode"/>
              </a:rPr>
              <a:t>o</a:t>
            </a:r>
            <a:r>
              <a:rPr sz="1600" spc="30" dirty="0">
                <a:latin typeface="Lucida Sans Unicode"/>
                <a:cs typeface="Lucida Sans Unicode"/>
              </a:rPr>
              <a:t> </a:t>
            </a:r>
            <a:r>
              <a:rPr sz="1600" spc="75" dirty="0">
                <a:latin typeface="Lucida Sans Unicode"/>
                <a:cs typeface="Lucida Sans Unicode"/>
              </a:rPr>
              <a:t>de</a:t>
            </a:r>
            <a:r>
              <a:rPr sz="1600" spc="30" dirty="0">
                <a:latin typeface="Lucida Sans Unicode"/>
                <a:cs typeface="Lucida Sans Unicode"/>
              </a:rPr>
              <a:t> </a:t>
            </a:r>
            <a:r>
              <a:rPr sz="1600" spc="70" dirty="0">
                <a:latin typeface="Lucida Sans Unicode"/>
                <a:cs typeface="Lucida Sans Unicode"/>
              </a:rPr>
              <a:t>alta</a:t>
            </a:r>
            <a:r>
              <a:rPr sz="1600" spc="30" dirty="0">
                <a:latin typeface="Lucida Sans Unicode"/>
                <a:cs typeface="Lucida Sans Unicode"/>
              </a:rPr>
              <a:t> </a:t>
            </a:r>
            <a:r>
              <a:rPr sz="1600" spc="-10" dirty="0">
                <a:latin typeface="Lucida Sans Unicode"/>
                <a:cs typeface="Lucida Sans Unicode"/>
              </a:rPr>
              <a:t>contaminación.</a:t>
            </a:r>
            <a:endParaRPr sz="1600">
              <a:latin typeface="Lucida Sans Unicode"/>
              <a:cs typeface="Lucida Sans Unicode"/>
            </a:endParaRPr>
          </a:p>
          <a:p>
            <a:pPr marL="357505">
              <a:lnSpc>
                <a:spcPct val="100000"/>
              </a:lnSpc>
              <a:spcBef>
                <a:spcPts val="254"/>
              </a:spcBef>
            </a:pPr>
            <a:r>
              <a:rPr sz="1600" spc="-65" dirty="0">
                <a:latin typeface="Lucida Sans Unicode"/>
                <a:cs typeface="Lucida Sans Unicode"/>
              </a:rPr>
              <a:t>El</a:t>
            </a:r>
            <a:r>
              <a:rPr sz="1600" spc="25" dirty="0">
                <a:latin typeface="Lucida Sans Unicode"/>
                <a:cs typeface="Lucida Sans Unicode"/>
              </a:rPr>
              <a:t> </a:t>
            </a:r>
            <a:r>
              <a:rPr sz="1600" dirty="0">
                <a:latin typeface="Lucida Sans Unicode"/>
                <a:cs typeface="Lucida Sans Unicode"/>
              </a:rPr>
              <a:t>coeficiente</a:t>
            </a:r>
            <a:r>
              <a:rPr sz="1600" spc="30" dirty="0">
                <a:latin typeface="Lucida Sans Unicode"/>
                <a:cs typeface="Lucida Sans Unicode"/>
              </a:rPr>
              <a:t> </a:t>
            </a:r>
            <a:r>
              <a:rPr sz="1600" spc="75" dirty="0">
                <a:latin typeface="Lucida Sans Unicode"/>
                <a:cs typeface="Lucida Sans Unicode"/>
              </a:rPr>
              <a:t>de</a:t>
            </a:r>
            <a:r>
              <a:rPr sz="1600" spc="30" dirty="0">
                <a:latin typeface="Lucida Sans Unicode"/>
                <a:cs typeface="Lucida Sans Unicode"/>
              </a:rPr>
              <a:t> </a:t>
            </a:r>
            <a:r>
              <a:rPr sz="1600" dirty="0">
                <a:latin typeface="Lucida Sans Unicode"/>
                <a:cs typeface="Lucida Sans Unicode"/>
              </a:rPr>
              <a:t>determinación</a:t>
            </a:r>
            <a:r>
              <a:rPr sz="1600" spc="30" dirty="0">
                <a:latin typeface="Lucida Sans Unicode"/>
                <a:cs typeface="Lucida Sans Unicode"/>
              </a:rPr>
              <a:t> </a:t>
            </a:r>
            <a:r>
              <a:rPr sz="1600" spc="50" dirty="0">
                <a:latin typeface="Lucida Sans Unicode"/>
                <a:cs typeface="Lucida Sans Unicode"/>
              </a:rPr>
              <a:t>(R²)</a:t>
            </a:r>
            <a:r>
              <a:rPr sz="1600" spc="30" dirty="0">
                <a:latin typeface="Lucida Sans Unicode"/>
                <a:cs typeface="Lucida Sans Unicode"/>
              </a:rPr>
              <a:t> </a:t>
            </a:r>
            <a:r>
              <a:rPr sz="1600" spc="50" dirty="0">
                <a:latin typeface="Lucida Sans Unicode"/>
                <a:cs typeface="Lucida Sans Unicode"/>
              </a:rPr>
              <a:t>se</a:t>
            </a:r>
            <a:r>
              <a:rPr sz="1600" spc="30" dirty="0">
                <a:latin typeface="Lucida Sans Unicode"/>
                <a:cs typeface="Lucida Sans Unicode"/>
              </a:rPr>
              <a:t> </a:t>
            </a:r>
            <a:r>
              <a:rPr sz="1600" spc="55" dirty="0">
                <a:latin typeface="Lucida Sans Unicode"/>
                <a:cs typeface="Lucida Sans Unicode"/>
              </a:rPr>
              <a:t>estima</a:t>
            </a:r>
            <a:r>
              <a:rPr sz="1600" spc="30" dirty="0">
                <a:latin typeface="Lucida Sans Unicode"/>
                <a:cs typeface="Lucida Sans Unicode"/>
              </a:rPr>
              <a:t> </a:t>
            </a:r>
            <a:r>
              <a:rPr sz="1600" dirty="0">
                <a:latin typeface="Lucida Sans Unicode"/>
                <a:cs typeface="Lucida Sans Unicode"/>
              </a:rPr>
              <a:t>moderado,</a:t>
            </a:r>
            <a:r>
              <a:rPr sz="1600" spc="30" dirty="0">
                <a:latin typeface="Lucida Sans Unicode"/>
                <a:cs typeface="Lucida Sans Unicode"/>
              </a:rPr>
              <a:t> </a:t>
            </a:r>
            <a:r>
              <a:rPr sz="1600" dirty="0">
                <a:latin typeface="Lucida Sans Unicode"/>
                <a:cs typeface="Lucida Sans Unicode"/>
              </a:rPr>
              <a:t>lo</a:t>
            </a:r>
            <a:r>
              <a:rPr sz="1600" spc="30" dirty="0">
                <a:latin typeface="Lucida Sans Unicode"/>
                <a:cs typeface="Lucida Sans Unicode"/>
              </a:rPr>
              <a:t> </a:t>
            </a:r>
            <a:r>
              <a:rPr sz="1600" spc="65" dirty="0">
                <a:latin typeface="Lucida Sans Unicode"/>
                <a:cs typeface="Lucida Sans Unicode"/>
              </a:rPr>
              <a:t>cual</a:t>
            </a:r>
            <a:r>
              <a:rPr sz="1600" spc="30" dirty="0">
                <a:latin typeface="Lucida Sans Unicode"/>
                <a:cs typeface="Lucida Sans Unicode"/>
              </a:rPr>
              <a:t> </a:t>
            </a:r>
            <a:r>
              <a:rPr sz="1600" dirty="0">
                <a:latin typeface="Lucida Sans Unicode"/>
                <a:cs typeface="Lucida Sans Unicode"/>
              </a:rPr>
              <a:t>indica</a:t>
            </a:r>
            <a:r>
              <a:rPr sz="1600" spc="30" dirty="0">
                <a:latin typeface="Lucida Sans Unicode"/>
                <a:cs typeface="Lucida Sans Unicode"/>
              </a:rPr>
              <a:t> </a:t>
            </a:r>
            <a:r>
              <a:rPr sz="1600" spc="55" dirty="0">
                <a:latin typeface="Lucida Sans Unicode"/>
                <a:cs typeface="Lucida Sans Unicode"/>
              </a:rPr>
              <a:t>que</a:t>
            </a:r>
            <a:r>
              <a:rPr sz="1600" spc="30" dirty="0">
                <a:latin typeface="Lucida Sans Unicode"/>
                <a:cs typeface="Lucida Sans Unicode"/>
              </a:rPr>
              <a:t> </a:t>
            </a:r>
            <a:r>
              <a:rPr sz="1600" dirty="0">
                <a:latin typeface="Lucida Sans Unicode"/>
                <a:cs typeface="Lucida Sans Unicode"/>
              </a:rPr>
              <a:t>el</a:t>
            </a:r>
            <a:r>
              <a:rPr sz="1600" spc="30" dirty="0">
                <a:latin typeface="Lucida Sans Unicode"/>
                <a:cs typeface="Lucida Sans Unicode"/>
              </a:rPr>
              <a:t> </a:t>
            </a:r>
            <a:r>
              <a:rPr sz="1600" dirty="0">
                <a:latin typeface="Lucida Sans Unicode"/>
                <a:cs typeface="Lucida Sans Unicode"/>
              </a:rPr>
              <a:t>modelo</a:t>
            </a:r>
            <a:r>
              <a:rPr sz="1600" spc="30" dirty="0">
                <a:latin typeface="Lucida Sans Unicode"/>
                <a:cs typeface="Lucida Sans Unicode"/>
              </a:rPr>
              <a:t> </a:t>
            </a:r>
            <a:r>
              <a:rPr sz="1600" dirty="0">
                <a:latin typeface="Lucida Sans Unicode"/>
                <a:cs typeface="Lucida Sans Unicode"/>
              </a:rPr>
              <a:t>explica</a:t>
            </a:r>
            <a:r>
              <a:rPr sz="1600" spc="30" dirty="0">
                <a:latin typeface="Lucida Sans Unicode"/>
                <a:cs typeface="Lucida Sans Unicode"/>
              </a:rPr>
              <a:t> </a:t>
            </a:r>
            <a:r>
              <a:rPr sz="1600" spc="75" dirty="0">
                <a:latin typeface="Lucida Sans Unicode"/>
                <a:cs typeface="Lucida Sans Unicode"/>
              </a:rPr>
              <a:t>una</a:t>
            </a:r>
            <a:r>
              <a:rPr sz="1600" spc="30" dirty="0">
                <a:latin typeface="Lucida Sans Unicode"/>
                <a:cs typeface="Lucida Sans Unicode"/>
              </a:rPr>
              <a:t> </a:t>
            </a:r>
            <a:r>
              <a:rPr sz="1600" spc="50" dirty="0">
                <a:latin typeface="Lucida Sans Unicode"/>
                <a:cs typeface="Lucida Sans Unicode"/>
              </a:rPr>
              <a:t>parte</a:t>
            </a:r>
            <a:r>
              <a:rPr sz="1600" spc="30" dirty="0">
                <a:latin typeface="Lucida Sans Unicode"/>
                <a:cs typeface="Lucida Sans Unicode"/>
              </a:rPr>
              <a:t> </a:t>
            </a:r>
            <a:r>
              <a:rPr sz="1600" dirty="0">
                <a:latin typeface="Lucida Sans Unicode"/>
                <a:cs typeface="Lucida Sans Unicode"/>
              </a:rPr>
              <a:t>significativa</a:t>
            </a:r>
            <a:r>
              <a:rPr sz="1600" spc="30" dirty="0">
                <a:latin typeface="Lucida Sans Unicode"/>
                <a:cs typeface="Lucida Sans Unicode"/>
              </a:rPr>
              <a:t> </a:t>
            </a:r>
            <a:r>
              <a:rPr sz="1600" spc="-204" dirty="0">
                <a:latin typeface="Lucida Sans Unicode"/>
                <a:cs typeface="Lucida Sans Unicode"/>
              </a:rPr>
              <a:t>—</a:t>
            </a:r>
            <a:r>
              <a:rPr sz="1600" dirty="0">
                <a:latin typeface="Lucida Sans Unicode"/>
                <a:cs typeface="Lucida Sans Unicode"/>
              </a:rPr>
              <a:t>pero</a:t>
            </a:r>
            <a:r>
              <a:rPr sz="1600" spc="30" dirty="0">
                <a:latin typeface="Lucida Sans Unicode"/>
                <a:cs typeface="Lucida Sans Unicode"/>
              </a:rPr>
              <a:t> </a:t>
            </a:r>
            <a:r>
              <a:rPr sz="1600" dirty="0">
                <a:latin typeface="Lucida Sans Unicode"/>
                <a:cs typeface="Lucida Sans Unicode"/>
              </a:rPr>
              <a:t>no</a:t>
            </a:r>
            <a:r>
              <a:rPr sz="1600" spc="30" dirty="0">
                <a:latin typeface="Lucida Sans Unicode"/>
                <a:cs typeface="Lucida Sans Unicode"/>
              </a:rPr>
              <a:t> </a:t>
            </a:r>
            <a:r>
              <a:rPr sz="1600" spc="-20" dirty="0">
                <a:latin typeface="Lucida Sans Unicode"/>
                <a:cs typeface="Lucida Sans Unicode"/>
              </a:rPr>
              <a:t>total—</a:t>
            </a:r>
            <a:r>
              <a:rPr sz="1600" spc="30" dirty="0">
                <a:latin typeface="Lucida Sans Unicode"/>
                <a:cs typeface="Lucida Sans Unicode"/>
              </a:rPr>
              <a:t> </a:t>
            </a:r>
            <a:r>
              <a:rPr sz="1600" spc="75" dirty="0">
                <a:latin typeface="Lucida Sans Unicode"/>
                <a:cs typeface="Lucida Sans Unicode"/>
              </a:rPr>
              <a:t>de</a:t>
            </a:r>
            <a:r>
              <a:rPr sz="1600" spc="30" dirty="0">
                <a:latin typeface="Lucida Sans Unicode"/>
                <a:cs typeface="Lucida Sans Unicode"/>
              </a:rPr>
              <a:t> </a:t>
            </a:r>
            <a:r>
              <a:rPr sz="1600" spc="55" dirty="0">
                <a:latin typeface="Lucida Sans Unicode"/>
                <a:cs typeface="Lucida Sans Unicode"/>
              </a:rPr>
              <a:t>la</a:t>
            </a:r>
            <a:r>
              <a:rPr sz="1600" spc="30" dirty="0">
                <a:latin typeface="Lucida Sans Unicode"/>
                <a:cs typeface="Lucida Sans Unicode"/>
              </a:rPr>
              <a:t> </a:t>
            </a:r>
            <a:r>
              <a:rPr sz="1600" dirty="0">
                <a:latin typeface="Lucida Sans Unicode"/>
                <a:cs typeface="Lucida Sans Unicode"/>
              </a:rPr>
              <a:t>variabilidad</a:t>
            </a:r>
            <a:r>
              <a:rPr sz="1600" spc="30" dirty="0">
                <a:latin typeface="Lucida Sans Unicode"/>
                <a:cs typeface="Lucida Sans Unicode"/>
              </a:rPr>
              <a:t> </a:t>
            </a:r>
            <a:r>
              <a:rPr sz="1600" spc="75" dirty="0">
                <a:latin typeface="Lucida Sans Unicode"/>
                <a:cs typeface="Lucida Sans Unicode"/>
              </a:rPr>
              <a:t>de</a:t>
            </a:r>
            <a:r>
              <a:rPr sz="1600" spc="30" dirty="0">
                <a:latin typeface="Lucida Sans Unicode"/>
                <a:cs typeface="Lucida Sans Unicode"/>
              </a:rPr>
              <a:t> </a:t>
            </a:r>
            <a:r>
              <a:rPr sz="1600" dirty="0">
                <a:latin typeface="Lucida Sans Unicode"/>
                <a:cs typeface="Lucida Sans Unicode"/>
              </a:rPr>
              <a:t>los</a:t>
            </a:r>
            <a:r>
              <a:rPr sz="1600" spc="30" dirty="0">
                <a:latin typeface="Lucida Sans Unicode"/>
                <a:cs typeface="Lucida Sans Unicode"/>
              </a:rPr>
              <a:t> </a:t>
            </a:r>
            <a:r>
              <a:rPr sz="1600" spc="-10" dirty="0">
                <a:latin typeface="Lucida Sans Unicode"/>
                <a:cs typeface="Lucida Sans Unicode"/>
              </a:rPr>
              <a:t>datos.</a:t>
            </a:r>
            <a:endParaRPr sz="1600">
              <a:latin typeface="Lucida Sans Unicode"/>
              <a:cs typeface="Lucida Sans Unicod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751777" y="0"/>
            <a:ext cx="1536700" cy="245110"/>
          </a:xfrm>
          <a:custGeom>
            <a:avLst/>
            <a:gdLst/>
            <a:ahLst/>
            <a:cxnLst/>
            <a:rect l="l" t="t" r="r" b="b"/>
            <a:pathLst>
              <a:path w="1536700" h="245110">
                <a:moveTo>
                  <a:pt x="162021" y="245028"/>
                </a:moveTo>
                <a:lnTo>
                  <a:pt x="1536221" y="245028"/>
                </a:lnTo>
                <a:lnTo>
                  <a:pt x="1536221" y="0"/>
                </a:lnTo>
                <a:lnTo>
                  <a:pt x="0" y="0"/>
                </a:lnTo>
                <a:lnTo>
                  <a:pt x="293" y="8219"/>
                </a:lnTo>
                <a:lnTo>
                  <a:pt x="4036" y="12768"/>
                </a:lnTo>
                <a:lnTo>
                  <a:pt x="6971" y="17612"/>
                </a:lnTo>
                <a:lnTo>
                  <a:pt x="110356" y="186644"/>
                </a:lnTo>
                <a:lnTo>
                  <a:pt x="135982" y="229034"/>
                </a:lnTo>
                <a:lnTo>
                  <a:pt x="141662" y="236657"/>
                </a:lnTo>
                <a:lnTo>
                  <a:pt x="148127" y="241693"/>
                </a:lnTo>
                <a:lnTo>
                  <a:pt x="155858" y="244473"/>
                </a:lnTo>
                <a:lnTo>
                  <a:pt x="162021" y="245028"/>
                </a:lnTo>
                <a:close/>
              </a:path>
            </a:pathLst>
          </a:custGeom>
          <a:solidFill>
            <a:srgbClr val="2E6FA2"/>
          </a:solidFill>
        </p:spPr>
        <p:txBody>
          <a:bodyPr wrap="square" lIns="0" tIns="0" rIns="0" bIns="0" rtlCol="0"/>
          <a:lstStyle/>
          <a:p>
            <a:endParaRPr/>
          </a:p>
        </p:txBody>
      </p:sp>
      <p:sp>
        <p:nvSpPr>
          <p:cNvPr id="3" name="object 3"/>
          <p:cNvSpPr/>
          <p:nvPr/>
        </p:nvSpPr>
        <p:spPr>
          <a:xfrm>
            <a:off x="17032549" y="459610"/>
            <a:ext cx="1256030" cy="245110"/>
          </a:xfrm>
          <a:custGeom>
            <a:avLst/>
            <a:gdLst/>
            <a:ahLst/>
            <a:cxnLst/>
            <a:rect l="l" t="t" r="r" b="b"/>
            <a:pathLst>
              <a:path w="1256030" h="245109">
                <a:moveTo>
                  <a:pt x="166877" y="244812"/>
                </a:moveTo>
                <a:lnTo>
                  <a:pt x="315262" y="244372"/>
                </a:lnTo>
                <a:lnTo>
                  <a:pt x="1255450" y="244364"/>
                </a:lnTo>
                <a:lnTo>
                  <a:pt x="1255450" y="0"/>
                </a:lnTo>
                <a:lnTo>
                  <a:pt x="0" y="0"/>
                </a:lnTo>
                <a:lnTo>
                  <a:pt x="1873" y="7549"/>
                </a:lnTo>
                <a:lnTo>
                  <a:pt x="4806" y="13722"/>
                </a:lnTo>
                <a:lnTo>
                  <a:pt x="11594" y="24143"/>
                </a:lnTo>
                <a:lnTo>
                  <a:pt x="85873" y="145542"/>
                </a:lnTo>
                <a:lnTo>
                  <a:pt x="110531" y="186065"/>
                </a:lnTo>
                <a:lnTo>
                  <a:pt x="135028" y="226686"/>
                </a:lnTo>
                <a:lnTo>
                  <a:pt x="141109" y="235039"/>
                </a:lnTo>
                <a:lnTo>
                  <a:pt x="148008" y="240675"/>
                </a:lnTo>
                <a:lnTo>
                  <a:pt x="156380" y="243848"/>
                </a:lnTo>
                <a:lnTo>
                  <a:pt x="166877" y="244812"/>
                </a:lnTo>
                <a:close/>
              </a:path>
            </a:pathLst>
          </a:custGeom>
          <a:solidFill>
            <a:srgbClr val="FFFFFF"/>
          </a:solidFill>
        </p:spPr>
        <p:txBody>
          <a:bodyPr wrap="square" lIns="0" tIns="0" rIns="0" bIns="0" rtlCol="0"/>
          <a:lstStyle/>
          <a:p>
            <a:endParaRPr/>
          </a:p>
        </p:txBody>
      </p:sp>
      <p:sp>
        <p:nvSpPr>
          <p:cNvPr id="4" name="object 4"/>
          <p:cNvSpPr/>
          <p:nvPr/>
        </p:nvSpPr>
        <p:spPr>
          <a:xfrm>
            <a:off x="17313101" y="918560"/>
            <a:ext cx="975360" cy="245745"/>
          </a:xfrm>
          <a:custGeom>
            <a:avLst/>
            <a:gdLst/>
            <a:ahLst/>
            <a:cxnLst/>
            <a:rect l="l" t="t" r="r" b="b"/>
            <a:pathLst>
              <a:path w="975359" h="245744">
                <a:moveTo>
                  <a:pt x="154078" y="245112"/>
                </a:moveTo>
                <a:lnTo>
                  <a:pt x="160860" y="245179"/>
                </a:lnTo>
                <a:lnTo>
                  <a:pt x="164309" y="244739"/>
                </a:lnTo>
                <a:lnTo>
                  <a:pt x="167905" y="245106"/>
                </a:lnTo>
                <a:lnTo>
                  <a:pt x="974899" y="245095"/>
                </a:lnTo>
                <a:lnTo>
                  <a:pt x="974899" y="0"/>
                </a:lnTo>
                <a:lnTo>
                  <a:pt x="1908" y="0"/>
                </a:lnTo>
                <a:lnTo>
                  <a:pt x="0" y="7485"/>
                </a:lnTo>
                <a:lnTo>
                  <a:pt x="3669" y="11008"/>
                </a:lnTo>
                <a:lnTo>
                  <a:pt x="113037" y="189769"/>
                </a:lnTo>
                <a:lnTo>
                  <a:pt x="139651" y="233585"/>
                </a:lnTo>
                <a:lnTo>
                  <a:pt x="143791" y="239225"/>
                </a:lnTo>
                <a:lnTo>
                  <a:pt x="148494" y="243097"/>
                </a:lnTo>
                <a:lnTo>
                  <a:pt x="154078" y="245112"/>
                </a:lnTo>
                <a:close/>
              </a:path>
            </a:pathLst>
          </a:custGeom>
          <a:solidFill>
            <a:srgbClr val="2E6FA2"/>
          </a:solidFill>
        </p:spPr>
        <p:txBody>
          <a:bodyPr wrap="square" lIns="0" tIns="0" rIns="0" bIns="0" rtlCol="0"/>
          <a:lstStyle/>
          <a:p>
            <a:endParaRPr/>
          </a:p>
        </p:txBody>
      </p:sp>
      <p:sp>
        <p:nvSpPr>
          <p:cNvPr id="5" name="object 5"/>
          <p:cNvSpPr/>
          <p:nvPr/>
        </p:nvSpPr>
        <p:spPr>
          <a:xfrm>
            <a:off x="17594312" y="1377217"/>
            <a:ext cx="694055" cy="246379"/>
          </a:xfrm>
          <a:custGeom>
            <a:avLst/>
            <a:gdLst/>
            <a:ahLst/>
            <a:cxnLst/>
            <a:rect l="l" t="t" r="r" b="b"/>
            <a:pathLst>
              <a:path w="694055" h="246380">
                <a:moveTo>
                  <a:pt x="165483" y="245766"/>
                </a:moveTo>
                <a:lnTo>
                  <a:pt x="693687" y="245469"/>
                </a:lnTo>
                <a:lnTo>
                  <a:pt x="693687" y="1037"/>
                </a:lnTo>
                <a:lnTo>
                  <a:pt x="12255" y="1027"/>
                </a:lnTo>
                <a:lnTo>
                  <a:pt x="6898" y="0"/>
                </a:lnTo>
                <a:lnTo>
                  <a:pt x="0" y="3302"/>
                </a:lnTo>
                <a:lnTo>
                  <a:pt x="5979" y="15748"/>
                </a:lnTo>
                <a:lnTo>
                  <a:pt x="12723" y="27354"/>
                </a:lnTo>
                <a:lnTo>
                  <a:pt x="26712" y="49534"/>
                </a:lnTo>
                <a:lnTo>
                  <a:pt x="109765" y="185343"/>
                </a:lnTo>
                <a:lnTo>
                  <a:pt x="137230" y="230722"/>
                </a:lnTo>
                <a:lnTo>
                  <a:pt x="142759" y="238026"/>
                </a:lnTo>
                <a:lnTo>
                  <a:pt x="149045" y="242647"/>
                </a:lnTo>
                <a:lnTo>
                  <a:pt x="156486" y="245067"/>
                </a:lnTo>
                <a:lnTo>
                  <a:pt x="165483" y="245766"/>
                </a:lnTo>
                <a:close/>
              </a:path>
            </a:pathLst>
          </a:custGeom>
          <a:solidFill>
            <a:srgbClr val="FFFFFF"/>
          </a:solidFill>
        </p:spPr>
        <p:txBody>
          <a:bodyPr wrap="square" lIns="0" tIns="0" rIns="0" bIns="0" rtlCol="0"/>
          <a:lstStyle/>
          <a:p>
            <a:endParaRPr/>
          </a:p>
        </p:txBody>
      </p:sp>
      <p:sp>
        <p:nvSpPr>
          <p:cNvPr id="6" name="object 6"/>
          <p:cNvSpPr/>
          <p:nvPr/>
        </p:nvSpPr>
        <p:spPr>
          <a:xfrm>
            <a:off x="0" y="0"/>
            <a:ext cx="1536700" cy="245110"/>
          </a:xfrm>
          <a:custGeom>
            <a:avLst/>
            <a:gdLst/>
            <a:ahLst/>
            <a:cxnLst/>
            <a:rect l="l" t="t" r="r" b="b"/>
            <a:pathLst>
              <a:path w="1536700" h="245110">
                <a:moveTo>
                  <a:pt x="1374172" y="245028"/>
                </a:moveTo>
                <a:lnTo>
                  <a:pt x="0" y="245028"/>
                </a:lnTo>
                <a:lnTo>
                  <a:pt x="0" y="0"/>
                </a:lnTo>
                <a:lnTo>
                  <a:pt x="1536193" y="0"/>
                </a:lnTo>
                <a:lnTo>
                  <a:pt x="1535900" y="8219"/>
                </a:lnTo>
                <a:lnTo>
                  <a:pt x="1532157" y="12768"/>
                </a:lnTo>
                <a:lnTo>
                  <a:pt x="1529222" y="17612"/>
                </a:lnTo>
                <a:lnTo>
                  <a:pt x="1425837" y="186644"/>
                </a:lnTo>
                <a:lnTo>
                  <a:pt x="1400211" y="229034"/>
                </a:lnTo>
                <a:lnTo>
                  <a:pt x="1394530" y="236657"/>
                </a:lnTo>
                <a:lnTo>
                  <a:pt x="1388066" y="241693"/>
                </a:lnTo>
                <a:lnTo>
                  <a:pt x="1380335" y="244473"/>
                </a:lnTo>
                <a:lnTo>
                  <a:pt x="1374172" y="245028"/>
                </a:lnTo>
                <a:close/>
              </a:path>
            </a:pathLst>
          </a:custGeom>
          <a:solidFill>
            <a:srgbClr val="091541"/>
          </a:solidFill>
        </p:spPr>
        <p:txBody>
          <a:bodyPr wrap="square" lIns="0" tIns="0" rIns="0" bIns="0" rtlCol="0"/>
          <a:lstStyle/>
          <a:p>
            <a:endParaRPr/>
          </a:p>
        </p:txBody>
      </p:sp>
      <p:sp>
        <p:nvSpPr>
          <p:cNvPr id="7" name="object 7"/>
          <p:cNvSpPr/>
          <p:nvPr/>
        </p:nvSpPr>
        <p:spPr>
          <a:xfrm>
            <a:off x="0" y="459610"/>
            <a:ext cx="1256030" cy="245110"/>
          </a:xfrm>
          <a:custGeom>
            <a:avLst/>
            <a:gdLst/>
            <a:ahLst/>
            <a:cxnLst/>
            <a:rect l="l" t="t" r="r" b="b"/>
            <a:pathLst>
              <a:path w="1256030" h="245109">
                <a:moveTo>
                  <a:pt x="1088544" y="244812"/>
                </a:moveTo>
                <a:lnTo>
                  <a:pt x="940160" y="244372"/>
                </a:lnTo>
                <a:lnTo>
                  <a:pt x="0" y="244364"/>
                </a:lnTo>
                <a:lnTo>
                  <a:pt x="0" y="0"/>
                </a:lnTo>
                <a:lnTo>
                  <a:pt x="1255422" y="0"/>
                </a:lnTo>
                <a:lnTo>
                  <a:pt x="1253548" y="7549"/>
                </a:lnTo>
                <a:lnTo>
                  <a:pt x="1250615" y="13722"/>
                </a:lnTo>
                <a:lnTo>
                  <a:pt x="1243827" y="24143"/>
                </a:lnTo>
                <a:lnTo>
                  <a:pt x="1169549" y="145542"/>
                </a:lnTo>
                <a:lnTo>
                  <a:pt x="1144890" y="186065"/>
                </a:lnTo>
                <a:lnTo>
                  <a:pt x="1120393" y="226686"/>
                </a:lnTo>
                <a:lnTo>
                  <a:pt x="1114313" y="235039"/>
                </a:lnTo>
                <a:lnTo>
                  <a:pt x="1107413" y="240675"/>
                </a:lnTo>
                <a:lnTo>
                  <a:pt x="1099042" y="243848"/>
                </a:lnTo>
                <a:lnTo>
                  <a:pt x="1088544" y="244812"/>
                </a:lnTo>
                <a:close/>
              </a:path>
            </a:pathLst>
          </a:custGeom>
          <a:solidFill>
            <a:srgbClr val="FFFFFF"/>
          </a:solidFill>
        </p:spPr>
        <p:txBody>
          <a:bodyPr wrap="square" lIns="0" tIns="0" rIns="0" bIns="0" rtlCol="0"/>
          <a:lstStyle/>
          <a:p>
            <a:endParaRPr/>
          </a:p>
        </p:txBody>
      </p:sp>
      <p:sp>
        <p:nvSpPr>
          <p:cNvPr id="8" name="object 8"/>
          <p:cNvSpPr/>
          <p:nvPr/>
        </p:nvSpPr>
        <p:spPr>
          <a:xfrm>
            <a:off x="0" y="918560"/>
            <a:ext cx="975360" cy="245745"/>
          </a:xfrm>
          <a:custGeom>
            <a:avLst/>
            <a:gdLst/>
            <a:ahLst/>
            <a:cxnLst/>
            <a:rect l="l" t="t" r="r" b="b"/>
            <a:pathLst>
              <a:path w="975360" h="245744">
                <a:moveTo>
                  <a:pt x="820792" y="245112"/>
                </a:moveTo>
                <a:lnTo>
                  <a:pt x="814011" y="245179"/>
                </a:lnTo>
                <a:lnTo>
                  <a:pt x="810562" y="244739"/>
                </a:lnTo>
                <a:lnTo>
                  <a:pt x="806966" y="245106"/>
                </a:lnTo>
                <a:lnTo>
                  <a:pt x="0" y="245095"/>
                </a:lnTo>
                <a:lnTo>
                  <a:pt x="0" y="0"/>
                </a:lnTo>
                <a:lnTo>
                  <a:pt x="972963" y="0"/>
                </a:lnTo>
                <a:lnTo>
                  <a:pt x="974871" y="7485"/>
                </a:lnTo>
                <a:lnTo>
                  <a:pt x="971202" y="11008"/>
                </a:lnTo>
                <a:lnTo>
                  <a:pt x="861833" y="189769"/>
                </a:lnTo>
                <a:lnTo>
                  <a:pt x="835219" y="233585"/>
                </a:lnTo>
                <a:lnTo>
                  <a:pt x="831080" y="239225"/>
                </a:lnTo>
                <a:lnTo>
                  <a:pt x="826376" y="243097"/>
                </a:lnTo>
                <a:lnTo>
                  <a:pt x="820792" y="245112"/>
                </a:lnTo>
                <a:close/>
              </a:path>
            </a:pathLst>
          </a:custGeom>
          <a:solidFill>
            <a:srgbClr val="091541"/>
          </a:solidFill>
        </p:spPr>
        <p:txBody>
          <a:bodyPr wrap="square" lIns="0" tIns="0" rIns="0" bIns="0" rtlCol="0"/>
          <a:lstStyle/>
          <a:p>
            <a:endParaRPr/>
          </a:p>
        </p:txBody>
      </p:sp>
      <p:sp>
        <p:nvSpPr>
          <p:cNvPr id="9" name="object 9"/>
          <p:cNvSpPr/>
          <p:nvPr/>
        </p:nvSpPr>
        <p:spPr>
          <a:xfrm>
            <a:off x="0" y="1377217"/>
            <a:ext cx="694055" cy="246379"/>
          </a:xfrm>
          <a:custGeom>
            <a:avLst/>
            <a:gdLst/>
            <a:ahLst/>
            <a:cxnLst/>
            <a:rect l="l" t="t" r="r" b="b"/>
            <a:pathLst>
              <a:path w="694055" h="246380">
                <a:moveTo>
                  <a:pt x="528175" y="245766"/>
                </a:moveTo>
                <a:lnTo>
                  <a:pt x="0" y="245469"/>
                </a:lnTo>
                <a:lnTo>
                  <a:pt x="0" y="1037"/>
                </a:lnTo>
                <a:lnTo>
                  <a:pt x="681404" y="1027"/>
                </a:lnTo>
                <a:lnTo>
                  <a:pt x="686761" y="0"/>
                </a:lnTo>
                <a:lnTo>
                  <a:pt x="693659" y="3302"/>
                </a:lnTo>
                <a:lnTo>
                  <a:pt x="687679" y="15748"/>
                </a:lnTo>
                <a:lnTo>
                  <a:pt x="680936" y="27354"/>
                </a:lnTo>
                <a:lnTo>
                  <a:pt x="666947" y="49534"/>
                </a:lnTo>
                <a:lnTo>
                  <a:pt x="583893" y="185343"/>
                </a:lnTo>
                <a:lnTo>
                  <a:pt x="556429" y="230722"/>
                </a:lnTo>
                <a:lnTo>
                  <a:pt x="550900" y="238026"/>
                </a:lnTo>
                <a:lnTo>
                  <a:pt x="544614" y="242647"/>
                </a:lnTo>
                <a:lnTo>
                  <a:pt x="537172" y="245067"/>
                </a:lnTo>
                <a:lnTo>
                  <a:pt x="528175" y="245766"/>
                </a:lnTo>
                <a:close/>
              </a:path>
            </a:pathLst>
          </a:custGeom>
          <a:solidFill>
            <a:srgbClr val="FFFFFF"/>
          </a:solidFill>
        </p:spPr>
        <p:txBody>
          <a:bodyPr wrap="square" lIns="0" tIns="0" rIns="0" bIns="0" rtlCol="0"/>
          <a:lstStyle/>
          <a:p>
            <a:endParaRPr/>
          </a:p>
        </p:txBody>
      </p:sp>
      <p:pic>
        <p:nvPicPr>
          <p:cNvPr id="10" name="object 10"/>
          <p:cNvPicPr/>
          <p:nvPr/>
        </p:nvPicPr>
        <p:blipFill>
          <a:blip r:embed="rId2" cstate="print"/>
          <a:stretch>
            <a:fillRect/>
          </a:stretch>
        </p:blipFill>
        <p:spPr>
          <a:xfrm>
            <a:off x="0" y="8840247"/>
            <a:ext cx="18287998" cy="1446751"/>
          </a:xfrm>
          <a:prstGeom prst="rect">
            <a:avLst/>
          </a:prstGeom>
        </p:spPr>
      </p:pic>
      <p:sp>
        <p:nvSpPr>
          <p:cNvPr id="12" name="object 12"/>
          <p:cNvSpPr/>
          <p:nvPr/>
        </p:nvSpPr>
        <p:spPr>
          <a:xfrm>
            <a:off x="11128736" y="2876639"/>
            <a:ext cx="6770370" cy="4868545"/>
          </a:xfrm>
          <a:custGeom>
            <a:avLst/>
            <a:gdLst/>
            <a:ahLst/>
            <a:cxnLst/>
            <a:rect l="l" t="t" r="r" b="b"/>
            <a:pathLst>
              <a:path w="6770369" h="4868545">
                <a:moveTo>
                  <a:pt x="6287886" y="4868429"/>
                </a:moveTo>
                <a:lnTo>
                  <a:pt x="485774" y="4868429"/>
                </a:lnTo>
                <a:lnTo>
                  <a:pt x="437762" y="4866052"/>
                </a:lnTo>
                <a:lnTo>
                  <a:pt x="390562" y="4859009"/>
                </a:lnTo>
                <a:lnTo>
                  <a:pt x="344494" y="4847432"/>
                </a:lnTo>
                <a:lnTo>
                  <a:pt x="299876" y="4831452"/>
                </a:lnTo>
                <a:lnTo>
                  <a:pt x="257028" y="4811202"/>
                </a:lnTo>
                <a:lnTo>
                  <a:pt x="216266" y="4786814"/>
                </a:lnTo>
                <a:lnTo>
                  <a:pt x="177911" y="4758419"/>
                </a:lnTo>
                <a:lnTo>
                  <a:pt x="142280" y="4726150"/>
                </a:lnTo>
                <a:lnTo>
                  <a:pt x="110010" y="4690519"/>
                </a:lnTo>
                <a:lnTo>
                  <a:pt x="81615" y="4652163"/>
                </a:lnTo>
                <a:lnTo>
                  <a:pt x="57227" y="4611401"/>
                </a:lnTo>
                <a:lnTo>
                  <a:pt x="36977" y="4568553"/>
                </a:lnTo>
                <a:lnTo>
                  <a:pt x="20997" y="4523935"/>
                </a:lnTo>
                <a:lnTo>
                  <a:pt x="9420" y="4477867"/>
                </a:lnTo>
                <a:lnTo>
                  <a:pt x="2377" y="4430667"/>
                </a:lnTo>
                <a:lnTo>
                  <a:pt x="0" y="4382654"/>
                </a:lnTo>
                <a:lnTo>
                  <a:pt x="0" y="485774"/>
                </a:lnTo>
                <a:lnTo>
                  <a:pt x="2377" y="437762"/>
                </a:lnTo>
                <a:lnTo>
                  <a:pt x="9420" y="390562"/>
                </a:lnTo>
                <a:lnTo>
                  <a:pt x="20997" y="344494"/>
                </a:lnTo>
                <a:lnTo>
                  <a:pt x="36977" y="299876"/>
                </a:lnTo>
                <a:lnTo>
                  <a:pt x="57227" y="257028"/>
                </a:lnTo>
                <a:lnTo>
                  <a:pt x="81615" y="216266"/>
                </a:lnTo>
                <a:lnTo>
                  <a:pt x="110010" y="177911"/>
                </a:lnTo>
                <a:lnTo>
                  <a:pt x="142280" y="142280"/>
                </a:lnTo>
                <a:lnTo>
                  <a:pt x="177911" y="110010"/>
                </a:lnTo>
                <a:lnTo>
                  <a:pt x="216266" y="81615"/>
                </a:lnTo>
                <a:lnTo>
                  <a:pt x="257028" y="57227"/>
                </a:lnTo>
                <a:lnTo>
                  <a:pt x="299876" y="36977"/>
                </a:lnTo>
                <a:lnTo>
                  <a:pt x="344494" y="20997"/>
                </a:lnTo>
                <a:lnTo>
                  <a:pt x="390562" y="9420"/>
                </a:lnTo>
                <a:lnTo>
                  <a:pt x="437762" y="2377"/>
                </a:lnTo>
                <a:lnTo>
                  <a:pt x="485774" y="0"/>
                </a:lnTo>
                <a:lnTo>
                  <a:pt x="6287886" y="0"/>
                </a:lnTo>
                <a:lnTo>
                  <a:pt x="6335898" y="2377"/>
                </a:lnTo>
                <a:lnTo>
                  <a:pt x="6383098" y="9420"/>
                </a:lnTo>
                <a:lnTo>
                  <a:pt x="6429166" y="20997"/>
                </a:lnTo>
                <a:lnTo>
                  <a:pt x="6473783" y="36977"/>
                </a:lnTo>
                <a:lnTo>
                  <a:pt x="6516632" y="57227"/>
                </a:lnTo>
                <a:lnTo>
                  <a:pt x="6557394" y="81615"/>
                </a:lnTo>
                <a:lnTo>
                  <a:pt x="6595749" y="110010"/>
                </a:lnTo>
                <a:lnTo>
                  <a:pt x="6631380" y="142280"/>
                </a:lnTo>
                <a:lnTo>
                  <a:pt x="6663650" y="177911"/>
                </a:lnTo>
                <a:lnTo>
                  <a:pt x="6692045" y="216266"/>
                </a:lnTo>
                <a:lnTo>
                  <a:pt x="6716433" y="257028"/>
                </a:lnTo>
                <a:lnTo>
                  <a:pt x="6736683" y="299876"/>
                </a:lnTo>
                <a:lnTo>
                  <a:pt x="6752663" y="344494"/>
                </a:lnTo>
                <a:lnTo>
                  <a:pt x="6764240" y="390562"/>
                </a:lnTo>
                <a:lnTo>
                  <a:pt x="6770160" y="430231"/>
                </a:lnTo>
                <a:lnTo>
                  <a:pt x="6770160" y="4438198"/>
                </a:lnTo>
                <a:lnTo>
                  <a:pt x="6764240" y="4477867"/>
                </a:lnTo>
                <a:lnTo>
                  <a:pt x="6752663" y="4523935"/>
                </a:lnTo>
                <a:lnTo>
                  <a:pt x="6736683" y="4568553"/>
                </a:lnTo>
                <a:lnTo>
                  <a:pt x="6716433" y="4611401"/>
                </a:lnTo>
                <a:lnTo>
                  <a:pt x="6692045" y="4652163"/>
                </a:lnTo>
                <a:lnTo>
                  <a:pt x="6663650" y="4690519"/>
                </a:lnTo>
                <a:lnTo>
                  <a:pt x="6631380" y="4726150"/>
                </a:lnTo>
                <a:lnTo>
                  <a:pt x="6595749" y="4758419"/>
                </a:lnTo>
                <a:lnTo>
                  <a:pt x="6557394" y="4786814"/>
                </a:lnTo>
                <a:lnTo>
                  <a:pt x="6516632" y="4811202"/>
                </a:lnTo>
                <a:lnTo>
                  <a:pt x="6473783" y="4831452"/>
                </a:lnTo>
                <a:lnTo>
                  <a:pt x="6429166" y="4847432"/>
                </a:lnTo>
                <a:lnTo>
                  <a:pt x="6383098" y="4859009"/>
                </a:lnTo>
                <a:lnTo>
                  <a:pt x="6335898" y="4866052"/>
                </a:lnTo>
                <a:lnTo>
                  <a:pt x="6287886" y="4868429"/>
                </a:lnTo>
                <a:close/>
              </a:path>
            </a:pathLst>
          </a:custGeom>
          <a:solidFill>
            <a:srgbClr val="CACBCB">
              <a:alpha val="90998"/>
            </a:srgbClr>
          </a:solidFill>
        </p:spPr>
        <p:txBody>
          <a:bodyPr wrap="square" lIns="0" tIns="0" rIns="0" bIns="0" rtlCol="0"/>
          <a:lstStyle/>
          <a:p>
            <a:endParaRPr/>
          </a:p>
        </p:txBody>
      </p:sp>
      <p:sp>
        <p:nvSpPr>
          <p:cNvPr id="13" name="object 13"/>
          <p:cNvSpPr txBox="1"/>
          <p:nvPr/>
        </p:nvSpPr>
        <p:spPr>
          <a:xfrm>
            <a:off x="11333261" y="3093746"/>
            <a:ext cx="6364605" cy="4359275"/>
          </a:xfrm>
          <a:prstGeom prst="rect">
            <a:avLst/>
          </a:prstGeom>
        </p:spPr>
        <p:txBody>
          <a:bodyPr vert="horz" wrap="square" lIns="0" tIns="12700" rIns="0" bIns="0" rtlCol="0">
            <a:spAutoFit/>
          </a:bodyPr>
          <a:lstStyle/>
          <a:p>
            <a:pPr marL="12700" marR="5080" indent="68580" algn="just">
              <a:lnSpc>
                <a:spcPct val="115100"/>
              </a:lnSpc>
              <a:spcBef>
                <a:spcPts val="100"/>
              </a:spcBef>
            </a:pPr>
            <a:r>
              <a:rPr sz="1900" dirty="0">
                <a:latin typeface="Lucida Sans Unicode"/>
                <a:cs typeface="Lucida Sans Unicode"/>
              </a:rPr>
              <a:t>Evidencia</a:t>
            </a:r>
            <a:r>
              <a:rPr sz="1900" spc="-20" dirty="0">
                <a:latin typeface="Lucida Sans Unicode"/>
                <a:cs typeface="Lucida Sans Unicode"/>
              </a:rPr>
              <a:t> </a:t>
            </a:r>
            <a:r>
              <a:rPr sz="1900" dirty="0">
                <a:latin typeface="Lucida Sans Unicode"/>
                <a:cs typeface="Lucida Sans Unicode"/>
              </a:rPr>
              <a:t>la</a:t>
            </a:r>
            <a:r>
              <a:rPr sz="1900" spc="-15" dirty="0">
                <a:latin typeface="Lucida Sans Unicode"/>
                <a:cs typeface="Lucida Sans Unicode"/>
              </a:rPr>
              <a:t> </a:t>
            </a:r>
            <a:r>
              <a:rPr sz="1900" dirty="0">
                <a:latin typeface="Lucida Sans Unicode"/>
                <a:cs typeface="Lucida Sans Unicode"/>
              </a:rPr>
              <a:t>relación</a:t>
            </a:r>
            <a:r>
              <a:rPr sz="1900" spc="-15" dirty="0">
                <a:latin typeface="Lucida Sans Unicode"/>
                <a:cs typeface="Lucida Sans Unicode"/>
              </a:rPr>
              <a:t> </a:t>
            </a:r>
            <a:r>
              <a:rPr sz="1900" dirty="0">
                <a:latin typeface="Lucida Sans Unicode"/>
                <a:cs typeface="Lucida Sans Unicode"/>
              </a:rPr>
              <a:t>entre</a:t>
            </a:r>
            <a:r>
              <a:rPr sz="1900" spc="-15" dirty="0">
                <a:latin typeface="Lucida Sans Unicode"/>
                <a:cs typeface="Lucida Sans Unicode"/>
              </a:rPr>
              <a:t> </a:t>
            </a:r>
            <a:r>
              <a:rPr sz="1900" dirty="0">
                <a:latin typeface="Lucida Sans Unicode"/>
                <a:cs typeface="Lucida Sans Unicode"/>
              </a:rPr>
              <a:t>la</a:t>
            </a:r>
            <a:r>
              <a:rPr sz="1900" spc="-15" dirty="0">
                <a:latin typeface="Lucida Sans Unicode"/>
                <a:cs typeface="Lucida Sans Unicode"/>
              </a:rPr>
              <a:t> </a:t>
            </a:r>
            <a:r>
              <a:rPr sz="1900" dirty="0">
                <a:latin typeface="Lucida Sans Unicode"/>
                <a:cs typeface="Lucida Sans Unicode"/>
              </a:rPr>
              <a:t>temperatura</a:t>
            </a:r>
            <a:r>
              <a:rPr sz="1900" spc="-15" dirty="0">
                <a:latin typeface="Lucida Sans Unicode"/>
                <a:cs typeface="Lucida Sans Unicode"/>
              </a:rPr>
              <a:t> </a:t>
            </a:r>
            <a:r>
              <a:rPr sz="1900" dirty="0">
                <a:latin typeface="Lucida Sans Unicode"/>
                <a:cs typeface="Lucida Sans Unicode"/>
              </a:rPr>
              <a:t>ambiente</a:t>
            </a:r>
            <a:r>
              <a:rPr sz="1900" spc="-15" dirty="0">
                <a:latin typeface="Lucida Sans Unicode"/>
                <a:cs typeface="Lucida Sans Unicode"/>
              </a:rPr>
              <a:t> </a:t>
            </a:r>
            <a:r>
              <a:rPr sz="1900" spc="35" dirty="0">
                <a:latin typeface="Lucida Sans Unicode"/>
                <a:cs typeface="Lucida Sans Unicode"/>
              </a:rPr>
              <a:t>y </a:t>
            </a:r>
            <a:r>
              <a:rPr sz="1900" dirty="0">
                <a:latin typeface="Lucida Sans Unicode"/>
                <a:cs typeface="Lucida Sans Unicode"/>
              </a:rPr>
              <a:t>los</a:t>
            </a:r>
            <a:r>
              <a:rPr sz="1900" spc="-105" dirty="0">
                <a:latin typeface="Lucida Sans Unicode"/>
                <a:cs typeface="Lucida Sans Unicode"/>
              </a:rPr>
              <a:t> </a:t>
            </a:r>
            <a:r>
              <a:rPr sz="1900" dirty="0">
                <a:latin typeface="Lucida Sans Unicode"/>
                <a:cs typeface="Lucida Sans Unicode"/>
              </a:rPr>
              <a:t>niveles</a:t>
            </a:r>
            <a:r>
              <a:rPr sz="1900" spc="-105" dirty="0">
                <a:latin typeface="Lucida Sans Unicode"/>
                <a:cs typeface="Lucida Sans Unicode"/>
              </a:rPr>
              <a:t> </a:t>
            </a:r>
            <a:r>
              <a:rPr sz="1900" dirty="0">
                <a:latin typeface="Lucida Sans Unicode"/>
                <a:cs typeface="Lucida Sans Unicode"/>
              </a:rPr>
              <a:t>de</a:t>
            </a:r>
            <a:r>
              <a:rPr sz="1900" spc="-105" dirty="0">
                <a:latin typeface="Lucida Sans Unicode"/>
                <a:cs typeface="Lucida Sans Unicode"/>
              </a:rPr>
              <a:t> </a:t>
            </a:r>
            <a:r>
              <a:rPr sz="1900" spc="-40" dirty="0">
                <a:latin typeface="Lucida Sans Unicode"/>
                <a:cs typeface="Lucida Sans Unicode"/>
              </a:rPr>
              <a:t>monóxido</a:t>
            </a:r>
            <a:r>
              <a:rPr sz="1900" spc="-105" dirty="0">
                <a:latin typeface="Lucida Sans Unicode"/>
                <a:cs typeface="Lucida Sans Unicode"/>
              </a:rPr>
              <a:t> </a:t>
            </a:r>
            <a:r>
              <a:rPr sz="1900" dirty="0">
                <a:latin typeface="Lucida Sans Unicode"/>
                <a:cs typeface="Lucida Sans Unicode"/>
              </a:rPr>
              <a:t>de</a:t>
            </a:r>
            <a:r>
              <a:rPr sz="1900" spc="-105" dirty="0">
                <a:latin typeface="Lucida Sans Unicode"/>
                <a:cs typeface="Lucida Sans Unicode"/>
              </a:rPr>
              <a:t> </a:t>
            </a:r>
            <a:r>
              <a:rPr sz="1900" dirty="0">
                <a:latin typeface="Lucida Sans Unicode"/>
                <a:cs typeface="Lucida Sans Unicode"/>
              </a:rPr>
              <a:t>carbono</a:t>
            </a:r>
            <a:r>
              <a:rPr sz="1900" spc="-105" dirty="0">
                <a:latin typeface="Lucida Sans Unicode"/>
                <a:cs typeface="Lucida Sans Unicode"/>
              </a:rPr>
              <a:t> </a:t>
            </a:r>
            <a:r>
              <a:rPr sz="1900" spc="-10" dirty="0">
                <a:latin typeface="Lucida Sans Unicode"/>
                <a:cs typeface="Lucida Sans Unicode"/>
              </a:rPr>
              <a:t>(CO).</a:t>
            </a:r>
            <a:endParaRPr sz="1900">
              <a:latin typeface="Lucida Sans Unicode"/>
              <a:cs typeface="Lucida Sans Unicode"/>
            </a:endParaRPr>
          </a:p>
          <a:p>
            <a:pPr marL="12700" marR="5080" algn="just">
              <a:lnSpc>
                <a:spcPct val="115100"/>
              </a:lnSpc>
            </a:pPr>
            <a:r>
              <a:rPr sz="1900" spc="70" dirty="0">
                <a:latin typeface="Lucida Sans Unicode"/>
                <a:cs typeface="Lucida Sans Unicode"/>
              </a:rPr>
              <a:t>Se</a:t>
            </a:r>
            <a:r>
              <a:rPr sz="1900" spc="20" dirty="0">
                <a:latin typeface="Lucida Sans Unicode"/>
                <a:cs typeface="Lucida Sans Unicode"/>
              </a:rPr>
              <a:t> </a:t>
            </a:r>
            <a:r>
              <a:rPr sz="1900" dirty="0">
                <a:latin typeface="Lucida Sans Unicode"/>
                <a:cs typeface="Lucida Sans Unicode"/>
              </a:rPr>
              <a:t>aprecia</a:t>
            </a:r>
            <a:r>
              <a:rPr sz="1900" spc="20" dirty="0">
                <a:latin typeface="Lucida Sans Unicode"/>
                <a:cs typeface="Lucida Sans Unicode"/>
              </a:rPr>
              <a:t> </a:t>
            </a:r>
            <a:r>
              <a:rPr sz="1900" dirty="0">
                <a:latin typeface="Lucida Sans Unicode"/>
                <a:cs typeface="Lucida Sans Unicode"/>
              </a:rPr>
              <a:t>una</a:t>
            </a:r>
            <a:r>
              <a:rPr sz="1900" spc="20" dirty="0">
                <a:latin typeface="Lucida Sans Unicode"/>
                <a:cs typeface="Lucida Sans Unicode"/>
              </a:rPr>
              <a:t> </a:t>
            </a:r>
            <a:r>
              <a:rPr sz="1900" dirty="0">
                <a:latin typeface="Lucida Sans Unicode"/>
                <a:cs typeface="Lucida Sans Unicode"/>
              </a:rPr>
              <a:t>tendencia</a:t>
            </a:r>
            <a:r>
              <a:rPr sz="1900" spc="20" dirty="0">
                <a:latin typeface="Lucida Sans Unicode"/>
                <a:cs typeface="Lucida Sans Unicode"/>
              </a:rPr>
              <a:t> </a:t>
            </a:r>
            <a:r>
              <a:rPr sz="1900" dirty="0">
                <a:latin typeface="Lucida Sans Unicode"/>
                <a:cs typeface="Lucida Sans Unicode"/>
              </a:rPr>
              <a:t>inversa</a:t>
            </a:r>
            <a:r>
              <a:rPr sz="1900" spc="25" dirty="0">
                <a:latin typeface="Lucida Sans Unicode"/>
                <a:cs typeface="Lucida Sans Unicode"/>
              </a:rPr>
              <a:t> </a:t>
            </a:r>
            <a:r>
              <a:rPr sz="1900" dirty="0">
                <a:latin typeface="Lucida Sans Unicode"/>
                <a:cs typeface="Lucida Sans Unicode"/>
              </a:rPr>
              <a:t>moderada,</a:t>
            </a:r>
            <a:r>
              <a:rPr sz="1900" spc="20" dirty="0">
                <a:latin typeface="Lucida Sans Unicode"/>
                <a:cs typeface="Lucida Sans Unicode"/>
              </a:rPr>
              <a:t> </a:t>
            </a:r>
            <a:r>
              <a:rPr sz="1900" dirty="0">
                <a:latin typeface="Lucida Sans Unicode"/>
                <a:cs typeface="Lucida Sans Unicode"/>
              </a:rPr>
              <a:t>donde</a:t>
            </a:r>
            <a:r>
              <a:rPr sz="1900" spc="20" dirty="0">
                <a:latin typeface="Lucida Sans Unicode"/>
                <a:cs typeface="Lucida Sans Unicode"/>
              </a:rPr>
              <a:t> </a:t>
            </a:r>
            <a:r>
              <a:rPr sz="1900" spc="-25" dirty="0">
                <a:latin typeface="Lucida Sans Unicode"/>
                <a:cs typeface="Lucida Sans Unicode"/>
              </a:rPr>
              <a:t>el </a:t>
            </a:r>
            <a:r>
              <a:rPr sz="1900" dirty="0">
                <a:latin typeface="Lucida Sans Unicode"/>
                <a:cs typeface="Lucida Sans Unicode"/>
              </a:rPr>
              <a:t>aumento</a:t>
            </a:r>
            <a:r>
              <a:rPr sz="1900" spc="240" dirty="0">
                <a:latin typeface="Lucida Sans Unicode"/>
                <a:cs typeface="Lucida Sans Unicode"/>
              </a:rPr>
              <a:t>  </a:t>
            </a:r>
            <a:r>
              <a:rPr sz="1900" dirty="0">
                <a:latin typeface="Lucida Sans Unicode"/>
                <a:cs typeface="Lucida Sans Unicode"/>
              </a:rPr>
              <a:t>de</a:t>
            </a:r>
            <a:r>
              <a:rPr sz="1900" spc="240" dirty="0">
                <a:latin typeface="Lucida Sans Unicode"/>
                <a:cs typeface="Lucida Sans Unicode"/>
              </a:rPr>
              <a:t>  </a:t>
            </a:r>
            <a:r>
              <a:rPr sz="1900" dirty="0">
                <a:latin typeface="Lucida Sans Unicode"/>
                <a:cs typeface="Lucida Sans Unicode"/>
              </a:rPr>
              <a:t>la</a:t>
            </a:r>
            <a:r>
              <a:rPr sz="1900" spc="240" dirty="0">
                <a:latin typeface="Lucida Sans Unicode"/>
                <a:cs typeface="Lucida Sans Unicode"/>
              </a:rPr>
              <a:t>  </a:t>
            </a:r>
            <a:r>
              <a:rPr sz="1900" dirty="0">
                <a:latin typeface="Lucida Sans Unicode"/>
                <a:cs typeface="Lucida Sans Unicode"/>
              </a:rPr>
              <a:t>temperatura</a:t>
            </a:r>
            <a:r>
              <a:rPr sz="1900" spc="240" dirty="0">
                <a:latin typeface="Lucida Sans Unicode"/>
                <a:cs typeface="Lucida Sans Unicode"/>
              </a:rPr>
              <a:t>  </a:t>
            </a:r>
            <a:r>
              <a:rPr sz="1900" dirty="0">
                <a:latin typeface="Lucida Sans Unicode"/>
                <a:cs typeface="Lucida Sans Unicode"/>
              </a:rPr>
              <a:t>se</a:t>
            </a:r>
            <a:r>
              <a:rPr sz="1900" spc="240" dirty="0">
                <a:latin typeface="Lucida Sans Unicode"/>
                <a:cs typeface="Lucida Sans Unicode"/>
              </a:rPr>
              <a:t>  </a:t>
            </a:r>
            <a:r>
              <a:rPr sz="1900" dirty="0">
                <a:latin typeface="Lucida Sans Unicode"/>
                <a:cs typeface="Lucida Sans Unicode"/>
              </a:rPr>
              <a:t>asocia</a:t>
            </a:r>
            <a:r>
              <a:rPr sz="1900" spc="240" dirty="0">
                <a:latin typeface="Lucida Sans Unicode"/>
                <a:cs typeface="Lucida Sans Unicode"/>
              </a:rPr>
              <a:t>  </a:t>
            </a:r>
            <a:r>
              <a:rPr sz="1900" dirty="0">
                <a:latin typeface="Lucida Sans Unicode"/>
                <a:cs typeface="Lucida Sans Unicode"/>
              </a:rPr>
              <a:t>con</a:t>
            </a:r>
            <a:r>
              <a:rPr sz="1900" spc="240" dirty="0">
                <a:latin typeface="Lucida Sans Unicode"/>
                <a:cs typeface="Lucida Sans Unicode"/>
              </a:rPr>
              <a:t>  </a:t>
            </a:r>
            <a:r>
              <a:rPr sz="1900" spc="-25" dirty="0">
                <a:latin typeface="Lucida Sans Unicode"/>
                <a:cs typeface="Lucida Sans Unicode"/>
              </a:rPr>
              <a:t>una </a:t>
            </a:r>
            <a:r>
              <a:rPr sz="1900" spc="-20" dirty="0">
                <a:latin typeface="Lucida Sans Unicode"/>
                <a:cs typeface="Lucida Sans Unicode"/>
              </a:rPr>
              <a:t>disminución</a:t>
            </a:r>
            <a:r>
              <a:rPr sz="1900" spc="-70" dirty="0">
                <a:latin typeface="Lucida Sans Unicode"/>
                <a:cs typeface="Lucida Sans Unicode"/>
              </a:rPr>
              <a:t> </a:t>
            </a:r>
            <a:r>
              <a:rPr sz="1900" dirty="0">
                <a:latin typeface="Lucida Sans Unicode"/>
                <a:cs typeface="Lucida Sans Unicode"/>
              </a:rPr>
              <a:t>en</a:t>
            </a:r>
            <a:r>
              <a:rPr sz="1900" spc="-70" dirty="0">
                <a:latin typeface="Lucida Sans Unicode"/>
                <a:cs typeface="Lucida Sans Unicode"/>
              </a:rPr>
              <a:t> </a:t>
            </a:r>
            <a:r>
              <a:rPr sz="1900" spc="-10" dirty="0">
                <a:latin typeface="Lucida Sans Unicode"/>
                <a:cs typeface="Lucida Sans Unicode"/>
              </a:rPr>
              <a:t>las</a:t>
            </a:r>
            <a:r>
              <a:rPr sz="1900" spc="-70" dirty="0">
                <a:latin typeface="Lucida Sans Unicode"/>
                <a:cs typeface="Lucida Sans Unicode"/>
              </a:rPr>
              <a:t> </a:t>
            </a:r>
            <a:r>
              <a:rPr sz="1900" dirty="0">
                <a:latin typeface="Lucida Sans Unicode"/>
                <a:cs typeface="Lucida Sans Unicode"/>
              </a:rPr>
              <a:t>concentraciones</a:t>
            </a:r>
            <a:r>
              <a:rPr sz="1900" spc="-70" dirty="0">
                <a:latin typeface="Lucida Sans Unicode"/>
                <a:cs typeface="Lucida Sans Unicode"/>
              </a:rPr>
              <a:t> </a:t>
            </a:r>
            <a:r>
              <a:rPr sz="1900" dirty="0">
                <a:latin typeface="Lucida Sans Unicode"/>
                <a:cs typeface="Lucida Sans Unicode"/>
              </a:rPr>
              <a:t>de</a:t>
            </a:r>
            <a:r>
              <a:rPr sz="1900" spc="-65" dirty="0">
                <a:latin typeface="Lucida Sans Unicode"/>
                <a:cs typeface="Lucida Sans Unicode"/>
              </a:rPr>
              <a:t> </a:t>
            </a:r>
            <a:r>
              <a:rPr sz="1900" spc="-10" dirty="0">
                <a:latin typeface="Lucida Sans Unicode"/>
                <a:cs typeface="Lucida Sans Unicode"/>
              </a:rPr>
              <a:t>CO(GT).</a:t>
            </a:r>
            <a:endParaRPr sz="1900">
              <a:latin typeface="Lucida Sans Unicode"/>
              <a:cs typeface="Lucida Sans Unicode"/>
            </a:endParaRPr>
          </a:p>
          <a:p>
            <a:pPr marL="12700" marR="5080" algn="just">
              <a:lnSpc>
                <a:spcPct val="115100"/>
              </a:lnSpc>
            </a:pPr>
            <a:r>
              <a:rPr sz="1900" dirty="0">
                <a:latin typeface="Lucida Sans Unicode"/>
                <a:cs typeface="Lucida Sans Unicode"/>
              </a:rPr>
              <a:t>Este</a:t>
            </a:r>
            <a:r>
              <a:rPr sz="1900" spc="30" dirty="0">
                <a:latin typeface="Lucida Sans Unicode"/>
                <a:cs typeface="Lucida Sans Unicode"/>
              </a:rPr>
              <a:t>  </a:t>
            </a:r>
            <a:r>
              <a:rPr sz="1900" dirty="0">
                <a:latin typeface="Lucida Sans Unicode"/>
                <a:cs typeface="Lucida Sans Unicode"/>
              </a:rPr>
              <a:t>comportamiento</a:t>
            </a:r>
            <a:r>
              <a:rPr sz="1900" spc="35" dirty="0">
                <a:latin typeface="Lucida Sans Unicode"/>
                <a:cs typeface="Lucida Sans Unicode"/>
              </a:rPr>
              <a:t>  </a:t>
            </a:r>
            <a:r>
              <a:rPr sz="1900" dirty="0">
                <a:latin typeface="Lucida Sans Unicode"/>
                <a:cs typeface="Lucida Sans Unicode"/>
              </a:rPr>
              <a:t>puede</a:t>
            </a:r>
            <a:r>
              <a:rPr sz="1900" spc="35" dirty="0">
                <a:latin typeface="Lucida Sans Unicode"/>
                <a:cs typeface="Lucida Sans Unicode"/>
              </a:rPr>
              <a:t>  </a:t>
            </a:r>
            <a:r>
              <a:rPr sz="1900" dirty="0">
                <a:latin typeface="Lucida Sans Unicode"/>
                <a:cs typeface="Lucida Sans Unicode"/>
              </a:rPr>
              <a:t>explicarse</a:t>
            </a:r>
            <a:r>
              <a:rPr sz="1900" spc="30" dirty="0">
                <a:latin typeface="Lucida Sans Unicode"/>
                <a:cs typeface="Lucida Sans Unicode"/>
              </a:rPr>
              <a:t>  </a:t>
            </a:r>
            <a:r>
              <a:rPr sz="1900" dirty="0">
                <a:latin typeface="Lucida Sans Unicode"/>
                <a:cs typeface="Lucida Sans Unicode"/>
              </a:rPr>
              <a:t>porque</a:t>
            </a:r>
            <a:r>
              <a:rPr sz="1900" spc="35" dirty="0">
                <a:latin typeface="Lucida Sans Unicode"/>
                <a:cs typeface="Lucida Sans Unicode"/>
              </a:rPr>
              <a:t>  </a:t>
            </a:r>
            <a:r>
              <a:rPr sz="1900" spc="-25" dirty="0">
                <a:latin typeface="Lucida Sans Unicode"/>
                <a:cs typeface="Lucida Sans Unicode"/>
              </a:rPr>
              <a:t>las </a:t>
            </a:r>
            <a:r>
              <a:rPr sz="1900" dirty="0">
                <a:latin typeface="Lucida Sans Unicode"/>
                <a:cs typeface="Lucida Sans Unicode"/>
              </a:rPr>
              <a:t>condiciones</a:t>
            </a:r>
            <a:r>
              <a:rPr sz="1900" spc="204" dirty="0">
                <a:latin typeface="Lucida Sans Unicode"/>
                <a:cs typeface="Lucida Sans Unicode"/>
              </a:rPr>
              <a:t>   </a:t>
            </a:r>
            <a:r>
              <a:rPr sz="1900" dirty="0">
                <a:latin typeface="Lucida Sans Unicode"/>
                <a:cs typeface="Lucida Sans Unicode"/>
              </a:rPr>
              <a:t>térmicas</a:t>
            </a:r>
            <a:r>
              <a:rPr sz="1900" spc="210" dirty="0">
                <a:latin typeface="Lucida Sans Unicode"/>
                <a:cs typeface="Lucida Sans Unicode"/>
              </a:rPr>
              <a:t>   </a:t>
            </a:r>
            <a:r>
              <a:rPr sz="1900" dirty="0">
                <a:latin typeface="Lucida Sans Unicode"/>
                <a:cs typeface="Lucida Sans Unicode"/>
              </a:rPr>
              <a:t>más</a:t>
            </a:r>
            <a:r>
              <a:rPr sz="1900" spc="210" dirty="0">
                <a:latin typeface="Lucida Sans Unicode"/>
                <a:cs typeface="Lucida Sans Unicode"/>
              </a:rPr>
              <a:t>   </a:t>
            </a:r>
            <a:r>
              <a:rPr sz="1900" dirty="0">
                <a:latin typeface="Lucida Sans Unicode"/>
                <a:cs typeface="Lucida Sans Unicode"/>
              </a:rPr>
              <a:t>altas</a:t>
            </a:r>
            <a:r>
              <a:rPr sz="1900" spc="204" dirty="0">
                <a:latin typeface="Lucida Sans Unicode"/>
                <a:cs typeface="Lucida Sans Unicode"/>
              </a:rPr>
              <a:t>   </a:t>
            </a:r>
            <a:r>
              <a:rPr sz="1900" dirty="0">
                <a:latin typeface="Lucida Sans Unicode"/>
                <a:cs typeface="Lucida Sans Unicode"/>
              </a:rPr>
              <a:t>favorecen</a:t>
            </a:r>
            <a:r>
              <a:rPr sz="1900" spc="210" dirty="0">
                <a:latin typeface="Lucida Sans Unicode"/>
                <a:cs typeface="Lucida Sans Unicode"/>
              </a:rPr>
              <a:t>   </a:t>
            </a:r>
            <a:r>
              <a:rPr sz="1900" spc="-25" dirty="0">
                <a:latin typeface="Lucida Sans Unicode"/>
                <a:cs typeface="Lucida Sans Unicode"/>
              </a:rPr>
              <a:t>la </a:t>
            </a:r>
            <a:r>
              <a:rPr sz="1900" dirty="0">
                <a:latin typeface="Lucida Sans Unicode"/>
                <a:cs typeface="Lucida Sans Unicode"/>
              </a:rPr>
              <a:t>dispersión</a:t>
            </a:r>
            <a:r>
              <a:rPr sz="1900" spc="55" dirty="0">
                <a:latin typeface="Lucida Sans Unicode"/>
                <a:cs typeface="Lucida Sans Unicode"/>
              </a:rPr>
              <a:t>  </a:t>
            </a:r>
            <a:r>
              <a:rPr sz="1900" dirty="0">
                <a:latin typeface="Lucida Sans Unicode"/>
                <a:cs typeface="Lucida Sans Unicode"/>
              </a:rPr>
              <a:t>de</a:t>
            </a:r>
            <a:r>
              <a:rPr sz="1900" spc="55" dirty="0">
                <a:latin typeface="Lucida Sans Unicode"/>
                <a:cs typeface="Lucida Sans Unicode"/>
              </a:rPr>
              <a:t>  </a:t>
            </a:r>
            <a:r>
              <a:rPr sz="1900" dirty="0">
                <a:latin typeface="Lucida Sans Unicode"/>
                <a:cs typeface="Lucida Sans Unicode"/>
              </a:rPr>
              <a:t>los</a:t>
            </a:r>
            <a:r>
              <a:rPr sz="1900" spc="55" dirty="0">
                <a:latin typeface="Lucida Sans Unicode"/>
                <a:cs typeface="Lucida Sans Unicode"/>
              </a:rPr>
              <a:t>  </a:t>
            </a:r>
            <a:r>
              <a:rPr sz="1900" dirty="0">
                <a:latin typeface="Lucida Sans Unicode"/>
                <a:cs typeface="Lucida Sans Unicode"/>
              </a:rPr>
              <a:t>contaminantes</a:t>
            </a:r>
            <a:r>
              <a:rPr sz="1900" spc="55" dirty="0">
                <a:latin typeface="Lucida Sans Unicode"/>
                <a:cs typeface="Lucida Sans Unicode"/>
              </a:rPr>
              <a:t>  </a:t>
            </a:r>
            <a:r>
              <a:rPr sz="1900" dirty="0">
                <a:latin typeface="Lucida Sans Unicode"/>
                <a:cs typeface="Lucida Sans Unicode"/>
              </a:rPr>
              <a:t>en</a:t>
            </a:r>
            <a:r>
              <a:rPr sz="1900" spc="55" dirty="0">
                <a:latin typeface="Lucida Sans Unicode"/>
                <a:cs typeface="Lucida Sans Unicode"/>
              </a:rPr>
              <a:t>  </a:t>
            </a:r>
            <a:r>
              <a:rPr sz="1900" dirty="0">
                <a:latin typeface="Lucida Sans Unicode"/>
                <a:cs typeface="Lucida Sans Unicode"/>
              </a:rPr>
              <a:t>la</a:t>
            </a:r>
            <a:r>
              <a:rPr sz="1900" spc="60" dirty="0">
                <a:latin typeface="Lucida Sans Unicode"/>
                <a:cs typeface="Lucida Sans Unicode"/>
              </a:rPr>
              <a:t>  </a:t>
            </a:r>
            <a:r>
              <a:rPr sz="1900" spc="-10" dirty="0">
                <a:latin typeface="Lucida Sans Unicode"/>
                <a:cs typeface="Lucida Sans Unicode"/>
              </a:rPr>
              <a:t>atmósfera, </a:t>
            </a:r>
            <a:r>
              <a:rPr sz="1900" dirty="0">
                <a:latin typeface="Lucida Sans Unicode"/>
                <a:cs typeface="Lucida Sans Unicode"/>
              </a:rPr>
              <a:t>reduciendo</a:t>
            </a:r>
            <a:r>
              <a:rPr sz="1900" spc="-125" dirty="0">
                <a:latin typeface="Lucida Sans Unicode"/>
                <a:cs typeface="Lucida Sans Unicode"/>
              </a:rPr>
              <a:t> </a:t>
            </a:r>
            <a:r>
              <a:rPr sz="1900" spc="-25" dirty="0">
                <a:latin typeface="Lucida Sans Unicode"/>
                <a:cs typeface="Lucida Sans Unicode"/>
              </a:rPr>
              <a:t>su</a:t>
            </a:r>
            <a:r>
              <a:rPr sz="1900" spc="-120" dirty="0">
                <a:latin typeface="Lucida Sans Unicode"/>
                <a:cs typeface="Lucida Sans Unicode"/>
              </a:rPr>
              <a:t> </a:t>
            </a:r>
            <a:r>
              <a:rPr sz="1900" dirty="0">
                <a:latin typeface="Lucida Sans Unicode"/>
                <a:cs typeface="Lucida Sans Unicode"/>
              </a:rPr>
              <a:t>acumulación</a:t>
            </a:r>
            <a:r>
              <a:rPr sz="1900" spc="-120" dirty="0">
                <a:latin typeface="Lucida Sans Unicode"/>
                <a:cs typeface="Lucida Sans Unicode"/>
              </a:rPr>
              <a:t> </a:t>
            </a:r>
            <a:r>
              <a:rPr sz="1900" dirty="0">
                <a:latin typeface="Lucida Sans Unicode"/>
                <a:cs typeface="Lucida Sans Unicode"/>
              </a:rPr>
              <a:t>a</a:t>
            </a:r>
            <a:r>
              <a:rPr sz="1900" spc="-125" dirty="0">
                <a:latin typeface="Lucida Sans Unicode"/>
                <a:cs typeface="Lucida Sans Unicode"/>
              </a:rPr>
              <a:t> </a:t>
            </a:r>
            <a:r>
              <a:rPr sz="1900" dirty="0">
                <a:latin typeface="Lucida Sans Unicode"/>
                <a:cs typeface="Lucida Sans Unicode"/>
              </a:rPr>
              <a:t>nivel</a:t>
            </a:r>
            <a:r>
              <a:rPr sz="1900" spc="-120" dirty="0">
                <a:latin typeface="Lucida Sans Unicode"/>
                <a:cs typeface="Lucida Sans Unicode"/>
              </a:rPr>
              <a:t> </a:t>
            </a:r>
            <a:r>
              <a:rPr sz="1900" dirty="0">
                <a:latin typeface="Lucida Sans Unicode"/>
                <a:cs typeface="Lucida Sans Unicode"/>
              </a:rPr>
              <a:t>del</a:t>
            </a:r>
            <a:r>
              <a:rPr sz="1900" spc="-120" dirty="0">
                <a:latin typeface="Lucida Sans Unicode"/>
                <a:cs typeface="Lucida Sans Unicode"/>
              </a:rPr>
              <a:t> </a:t>
            </a:r>
            <a:r>
              <a:rPr sz="1900" spc="-10" dirty="0">
                <a:latin typeface="Lucida Sans Unicode"/>
                <a:cs typeface="Lucida Sans Unicode"/>
              </a:rPr>
              <a:t>suelo.</a:t>
            </a:r>
            <a:endParaRPr sz="1900">
              <a:latin typeface="Lucida Sans Unicode"/>
              <a:cs typeface="Lucida Sans Unicode"/>
            </a:endParaRPr>
          </a:p>
          <a:p>
            <a:pPr marL="12700" marR="5080" algn="just">
              <a:lnSpc>
                <a:spcPct val="115100"/>
              </a:lnSpc>
            </a:pPr>
            <a:r>
              <a:rPr sz="1900" spc="50" dirty="0">
                <a:latin typeface="Lucida Sans Unicode"/>
                <a:cs typeface="Lucida Sans Unicode"/>
              </a:rPr>
              <a:t>En</a:t>
            </a:r>
            <a:r>
              <a:rPr sz="1900" spc="150" dirty="0">
                <a:latin typeface="Lucida Sans Unicode"/>
                <a:cs typeface="Lucida Sans Unicode"/>
              </a:rPr>
              <a:t>  </a:t>
            </a:r>
            <a:r>
              <a:rPr sz="1900" dirty="0">
                <a:latin typeface="Lucida Sans Unicode"/>
                <a:cs typeface="Lucida Sans Unicode"/>
              </a:rPr>
              <a:t>consecuencia,</a:t>
            </a:r>
            <a:r>
              <a:rPr sz="1900" spc="155" dirty="0">
                <a:latin typeface="Lucida Sans Unicode"/>
                <a:cs typeface="Lucida Sans Unicode"/>
              </a:rPr>
              <a:t>  </a:t>
            </a:r>
            <a:r>
              <a:rPr sz="1900" dirty="0">
                <a:latin typeface="Lucida Sans Unicode"/>
                <a:cs typeface="Lucida Sans Unicode"/>
              </a:rPr>
              <a:t>la</a:t>
            </a:r>
            <a:r>
              <a:rPr sz="1900" spc="150" dirty="0">
                <a:latin typeface="Lucida Sans Unicode"/>
                <a:cs typeface="Lucida Sans Unicode"/>
              </a:rPr>
              <a:t>  </a:t>
            </a:r>
            <a:r>
              <a:rPr sz="1900" dirty="0">
                <a:latin typeface="Lucida Sans Unicode"/>
                <a:cs typeface="Lucida Sans Unicode"/>
              </a:rPr>
              <a:t>temperatura</a:t>
            </a:r>
            <a:r>
              <a:rPr sz="1900" spc="155" dirty="0">
                <a:latin typeface="Lucida Sans Unicode"/>
                <a:cs typeface="Lucida Sans Unicode"/>
              </a:rPr>
              <a:t>  </a:t>
            </a:r>
            <a:r>
              <a:rPr sz="1900" dirty="0">
                <a:latin typeface="Lucida Sans Unicode"/>
                <a:cs typeface="Lucida Sans Unicode"/>
              </a:rPr>
              <a:t>actúa</a:t>
            </a:r>
            <a:r>
              <a:rPr sz="1900" spc="150" dirty="0">
                <a:latin typeface="Lucida Sans Unicode"/>
                <a:cs typeface="Lucida Sans Unicode"/>
              </a:rPr>
              <a:t>  </a:t>
            </a:r>
            <a:r>
              <a:rPr sz="1900" dirty="0">
                <a:latin typeface="Lucida Sans Unicode"/>
                <a:cs typeface="Lucida Sans Unicode"/>
              </a:rPr>
              <a:t>como</a:t>
            </a:r>
            <a:r>
              <a:rPr sz="1900" spc="155" dirty="0">
                <a:latin typeface="Lucida Sans Unicode"/>
                <a:cs typeface="Lucida Sans Unicode"/>
              </a:rPr>
              <a:t>  </a:t>
            </a:r>
            <a:r>
              <a:rPr sz="1900" spc="-25" dirty="0">
                <a:latin typeface="Lucida Sans Unicode"/>
                <a:cs typeface="Lucida Sans Unicode"/>
              </a:rPr>
              <a:t>un </a:t>
            </a:r>
            <a:r>
              <a:rPr sz="1900" dirty="0">
                <a:latin typeface="Lucida Sans Unicode"/>
                <a:cs typeface="Lucida Sans Unicode"/>
              </a:rPr>
              <a:t>factor</a:t>
            </a:r>
            <a:r>
              <a:rPr sz="1900" spc="285" dirty="0">
                <a:latin typeface="Lucida Sans Unicode"/>
                <a:cs typeface="Lucida Sans Unicode"/>
              </a:rPr>
              <a:t> </a:t>
            </a:r>
            <a:r>
              <a:rPr sz="1900" dirty="0">
                <a:latin typeface="Lucida Sans Unicode"/>
                <a:cs typeface="Lucida Sans Unicode"/>
              </a:rPr>
              <a:t>regulador</a:t>
            </a:r>
            <a:r>
              <a:rPr sz="1900" spc="290" dirty="0">
                <a:latin typeface="Lucida Sans Unicode"/>
                <a:cs typeface="Lucida Sans Unicode"/>
              </a:rPr>
              <a:t> </a:t>
            </a:r>
            <a:r>
              <a:rPr sz="1900" dirty="0">
                <a:latin typeface="Lucida Sans Unicode"/>
                <a:cs typeface="Lucida Sans Unicode"/>
              </a:rPr>
              <a:t>de</a:t>
            </a:r>
            <a:r>
              <a:rPr sz="1900" spc="285" dirty="0">
                <a:latin typeface="Lucida Sans Unicode"/>
                <a:cs typeface="Lucida Sans Unicode"/>
              </a:rPr>
              <a:t> </a:t>
            </a:r>
            <a:r>
              <a:rPr sz="1900" dirty="0">
                <a:latin typeface="Lucida Sans Unicode"/>
                <a:cs typeface="Lucida Sans Unicode"/>
              </a:rPr>
              <a:t>la</a:t>
            </a:r>
            <a:r>
              <a:rPr sz="1900" spc="290" dirty="0">
                <a:latin typeface="Lucida Sans Unicode"/>
                <a:cs typeface="Lucida Sans Unicode"/>
              </a:rPr>
              <a:t> </a:t>
            </a:r>
            <a:r>
              <a:rPr sz="1900" dirty="0">
                <a:latin typeface="Lucida Sans Unicode"/>
                <a:cs typeface="Lucida Sans Unicode"/>
              </a:rPr>
              <a:t>calidad</a:t>
            </a:r>
            <a:r>
              <a:rPr sz="1900" spc="290" dirty="0">
                <a:latin typeface="Lucida Sans Unicode"/>
                <a:cs typeface="Lucida Sans Unicode"/>
              </a:rPr>
              <a:t> </a:t>
            </a:r>
            <a:r>
              <a:rPr sz="1900" dirty="0">
                <a:latin typeface="Lucida Sans Unicode"/>
                <a:cs typeface="Lucida Sans Unicode"/>
              </a:rPr>
              <a:t>del</a:t>
            </a:r>
            <a:r>
              <a:rPr sz="1900" spc="285" dirty="0">
                <a:latin typeface="Lucida Sans Unicode"/>
                <a:cs typeface="Lucida Sans Unicode"/>
              </a:rPr>
              <a:t> </a:t>
            </a:r>
            <a:r>
              <a:rPr sz="1900" dirty="0">
                <a:latin typeface="Lucida Sans Unicode"/>
                <a:cs typeface="Lucida Sans Unicode"/>
              </a:rPr>
              <a:t>aire,</a:t>
            </a:r>
            <a:r>
              <a:rPr sz="1900" spc="290" dirty="0">
                <a:latin typeface="Lucida Sans Unicode"/>
                <a:cs typeface="Lucida Sans Unicode"/>
              </a:rPr>
              <a:t> </a:t>
            </a:r>
            <a:r>
              <a:rPr sz="1900" spc="85" dirty="0">
                <a:latin typeface="Lucida Sans Unicode"/>
                <a:cs typeface="Lucida Sans Unicode"/>
              </a:rPr>
              <a:t>y</a:t>
            </a:r>
            <a:r>
              <a:rPr sz="1900" spc="290" dirty="0">
                <a:latin typeface="Lucida Sans Unicode"/>
                <a:cs typeface="Lucida Sans Unicode"/>
              </a:rPr>
              <a:t> </a:t>
            </a:r>
            <a:r>
              <a:rPr sz="1900" dirty="0">
                <a:latin typeface="Lucida Sans Unicode"/>
                <a:cs typeface="Lucida Sans Unicode"/>
              </a:rPr>
              <a:t>su</a:t>
            </a:r>
            <a:r>
              <a:rPr sz="1900" spc="285" dirty="0">
                <a:latin typeface="Lucida Sans Unicode"/>
                <a:cs typeface="Lucida Sans Unicode"/>
              </a:rPr>
              <a:t> </a:t>
            </a:r>
            <a:r>
              <a:rPr sz="1900" spc="-10" dirty="0">
                <a:latin typeface="Lucida Sans Unicode"/>
                <a:cs typeface="Lucida Sans Unicode"/>
              </a:rPr>
              <a:t>análisis </a:t>
            </a:r>
            <a:r>
              <a:rPr sz="1900" dirty="0">
                <a:latin typeface="Lucida Sans Unicode"/>
                <a:cs typeface="Lucida Sans Unicode"/>
              </a:rPr>
              <a:t>resulta</a:t>
            </a:r>
            <a:r>
              <a:rPr sz="1900" spc="300" dirty="0">
                <a:latin typeface="Lucida Sans Unicode"/>
                <a:cs typeface="Lucida Sans Unicode"/>
              </a:rPr>
              <a:t> </a:t>
            </a:r>
            <a:r>
              <a:rPr sz="1900" dirty="0">
                <a:latin typeface="Lucida Sans Unicode"/>
                <a:cs typeface="Lucida Sans Unicode"/>
              </a:rPr>
              <a:t>clave</a:t>
            </a:r>
            <a:r>
              <a:rPr sz="1900" spc="300" dirty="0">
                <a:latin typeface="Lucida Sans Unicode"/>
                <a:cs typeface="Lucida Sans Unicode"/>
              </a:rPr>
              <a:t> </a:t>
            </a:r>
            <a:r>
              <a:rPr sz="1900" dirty="0">
                <a:latin typeface="Lucida Sans Unicode"/>
                <a:cs typeface="Lucida Sans Unicode"/>
              </a:rPr>
              <a:t>para</a:t>
            </a:r>
            <a:r>
              <a:rPr sz="1900" spc="300" dirty="0">
                <a:latin typeface="Lucida Sans Unicode"/>
                <a:cs typeface="Lucida Sans Unicode"/>
              </a:rPr>
              <a:t> </a:t>
            </a:r>
            <a:r>
              <a:rPr sz="1900" dirty="0">
                <a:latin typeface="Lucida Sans Unicode"/>
                <a:cs typeface="Lucida Sans Unicode"/>
              </a:rPr>
              <a:t>comprender</a:t>
            </a:r>
            <a:r>
              <a:rPr sz="1900" spc="300" dirty="0">
                <a:latin typeface="Lucida Sans Unicode"/>
                <a:cs typeface="Lucida Sans Unicode"/>
              </a:rPr>
              <a:t> </a:t>
            </a:r>
            <a:r>
              <a:rPr sz="1900" dirty="0">
                <a:latin typeface="Lucida Sans Unicode"/>
                <a:cs typeface="Lucida Sans Unicode"/>
              </a:rPr>
              <a:t>cómo</a:t>
            </a:r>
            <a:r>
              <a:rPr sz="1900" spc="300" dirty="0">
                <a:latin typeface="Lucida Sans Unicode"/>
                <a:cs typeface="Lucida Sans Unicode"/>
              </a:rPr>
              <a:t> </a:t>
            </a:r>
            <a:r>
              <a:rPr sz="1900" dirty="0">
                <a:latin typeface="Lucida Sans Unicode"/>
                <a:cs typeface="Lucida Sans Unicode"/>
              </a:rPr>
              <a:t>las</a:t>
            </a:r>
            <a:r>
              <a:rPr sz="1900" spc="300" dirty="0">
                <a:latin typeface="Lucida Sans Unicode"/>
                <a:cs typeface="Lucida Sans Unicode"/>
              </a:rPr>
              <a:t> </a:t>
            </a:r>
            <a:r>
              <a:rPr sz="1900" spc="-10" dirty="0">
                <a:latin typeface="Lucida Sans Unicode"/>
                <a:cs typeface="Lucida Sans Unicode"/>
              </a:rPr>
              <a:t>variaciones </a:t>
            </a:r>
            <a:r>
              <a:rPr sz="1900" dirty="0">
                <a:latin typeface="Lucida Sans Unicode"/>
                <a:cs typeface="Lucida Sans Unicode"/>
              </a:rPr>
              <a:t>climáticas</a:t>
            </a:r>
            <a:r>
              <a:rPr sz="1900" spc="-114" dirty="0">
                <a:latin typeface="Lucida Sans Unicode"/>
                <a:cs typeface="Lucida Sans Unicode"/>
              </a:rPr>
              <a:t> </a:t>
            </a:r>
            <a:r>
              <a:rPr sz="1900" dirty="0">
                <a:latin typeface="Lucida Sans Unicode"/>
                <a:cs typeface="Lucida Sans Unicode"/>
              </a:rPr>
              <a:t>inciden</a:t>
            </a:r>
            <a:r>
              <a:rPr sz="1900" spc="-114" dirty="0">
                <a:latin typeface="Lucida Sans Unicode"/>
                <a:cs typeface="Lucida Sans Unicode"/>
              </a:rPr>
              <a:t> </a:t>
            </a:r>
            <a:r>
              <a:rPr sz="1900" dirty="0">
                <a:latin typeface="Lucida Sans Unicode"/>
                <a:cs typeface="Lucida Sans Unicode"/>
              </a:rPr>
              <a:t>en</a:t>
            </a:r>
            <a:r>
              <a:rPr sz="1900" spc="-114" dirty="0">
                <a:latin typeface="Lucida Sans Unicode"/>
                <a:cs typeface="Lucida Sans Unicode"/>
              </a:rPr>
              <a:t> </a:t>
            </a:r>
            <a:r>
              <a:rPr sz="1900" dirty="0">
                <a:latin typeface="Lucida Sans Unicode"/>
                <a:cs typeface="Lucida Sans Unicode"/>
              </a:rPr>
              <a:t>la</a:t>
            </a:r>
            <a:r>
              <a:rPr sz="1900" spc="-110" dirty="0">
                <a:latin typeface="Lucida Sans Unicode"/>
                <a:cs typeface="Lucida Sans Unicode"/>
              </a:rPr>
              <a:t> </a:t>
            </a:r>
            <a:r>
              <a:rPr sz="1900" dirty="0">
                <a:latin typeface="Lucida Sans Unicode"/>
                <a:cs typeface="Lucida Sans Unicode"/>
              </a:rPr>
              <a:t>contaminación</a:t>
            </a:r>
            <a:r>
              <a:rPr sz="1900" spc="-114" dirty="0">
                <a:latin typeface="Lucida Sans Unicode"/>
                <a:cs typeface="Lucida Sans Unicode"/>
              </a:rPr>
              <a:t> </a:t>
            </a:r>
            <a:r>
              <a:rPr sz="1900" spc="-10" dirty="0">
                <a:latin typeface="Lucida Sans Unicode"/>
                <a:cs typeface="Lucida Sans Unicode"/>
              </a:rPr>
              <a:t>urbana.</a:t>
            </a:r>
            <a:endParaRPr sz="1900">
              <a:latin typeface="Lucida Sans Unicode"/>
              <a:cs typeface="Lucida Sans Unicode"/>
            </a:endParaRPr>
          </a:p>
        </p:txBody>
      </p:sp>
      <p:sp>
        <p:nvSpPr>
          <p:cNvPr id="14" name="object 14"/>
          <p:cNvSpPr txBox="1">
            <a:spLocks noGrp="1"/>
          </p:cNvSpPr>
          <p:nvPr>
            <p:ph type="title"/>
          </p:nvPr>
        </p:nvSpPr>
        <p:spPr>
          <a:prstGeom prst="rect">
            <a:avLst/>
          </a:prstGeom>
        </p:spPr>
        <p:txBody>
          <a:bodyPr vert="horz" wrap="square" lIns="0" tIns="678827" rIns="0" bIns="0" rtlCol="0">
            <a:spAutoFit/>
          </a:bodyPr>
          <a:lstStyle/>
          <a:p>
            <a:pPr marL="2284095">
              <a:lnSpc>
                <a:spcPct val="100000"/>
              </a:lnSpc>
              <a:spcBef>
                <a:spcPts val="105"/>
              </a:spcBef>
            </a:pPr>
            <a:r>
              <a:rPr spc="380" dirty="0"/>
              <a:t>Relacion</a:t>
            </a:r>
            <a:r>
              <a:rPr spc="-130" dirty="0"/>
              <a:t> </a:t>
            </a:r>
            <a:r>
              <a:rPr spc="280" dirty="0"/>
              <a:t>entre</a:t>
            </a:r>
            <a:r>
              <a:rPr spc="-125" dirty="0"/>
              <a:t> </a:t>
            </a:r>
            <a:r>
              <a:rPr spc="350" dirty="0"/>
              <a:t>temperatura</a:t>
            </a:r>
            <a:r>
              <a:rPr spc="-125" dirty="0"/>
              <a:t> </a:t>
            </a:r>
            <a:r>
              <a:rPr spc="540" dirty="0"/>
              <a:t>y</a:t>
            </a:r>
            <a:r>
              <a:rPr spc="-210" dirty="0"/>
              <a:t> </a:t>
            </a:r>
            <a:r>
              <a:rPr spc="605" dirty="0"/>
              <a:t>CO(GT)</a:t>
            </a:r>
          </a:p>
        </p:txBody>
      </p:sp>
      <p:pic>
        <p:nvPicPr>
          <p:cNvPr id="16" name="Imagen 15">
            <a:extLst>
              <a:ext uri="{FF2B5EF4-FFF2-40B4-BE49-F238E27FC236}">
                <a16:creationId xmlns:a16="http://schemas.microsoft.com/office/drawing/2014/main" id="{505310FC-FF30-19BE-E4B1-09F4113B1A90}"/>
              </a:ext>
            </a:extLst>
          </p:cNvPr>
          <p:cNvPicPr>
            <a:picLocks noChangeAspect="1"/>
          </p:cNvPicPr>
          <p:nvPr/>
        </p:nvPicPr>
        <p:blipFill>
          <a:blip r:embed="rId3"/>
          <a:stretch>
            <a:fillRect/>
          </a:stretch>
        </p:blipFill>
        <p:spPr>
          <a:xfrm>
            <a:off x="230517" y="2259368"/>
            <a:ext cx="10645013" cy="63287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578848" y="0"/>
            <a:ext cx="6709409" cy="1028700"/>
          </a:xfrm>
          <a:custGeom>
            <a:avLst/>
            <a:gdLst/>
            <a:ahLst/>
            <a:cxnLst/>
            <a:rect l="l" t="t" r="r" b="b"/>
            <a:pathLst>
              <a:path w="6709409" h="1028700">
                <a:moveTo>
                  <a:pt x="0" y="0"/>
                </a:moveTo>
                <a:lnTo>
                  <a:pt x="6709152" y="0"/>
                </a:lnTo>
                <a:lnTo>
                  <a:pt x="6709152" y="1028700"/>
                </a:lnTo>
                <a:lnTo>
                  <a:pt x="342900" y="1028700"/>
                </a:lnTo>
                <a:lnTo>
                  <a:pt x="0" y="0"/>
                </a:lnTo>
                <a:close/>
              </a:path>
            </a:pathLst>
          </a:custGeom>
          <a:solidFill>
            <a:srgbClr val="2E6FA2"/>
          </a:solidFill>
        </p:spPr>
        <p:txBody>
          <a:bodyPr wrap="square" lIns="0" tIns="0" rIns="0" bIns="0" rtlCol="0"/>
          <a:lstStyle/>
          <a:p>
            <a:endParaRPr/>
          </a:p>
        </p:txBody>
      </p:sp>
      <p:sp>
        <p:nvSpPr>
          <p:cNvPr id="3" name="object 3"/>
          <p:cNvSpPr/>
          <p:nvPr/>
        </p:nvSpPr>
        <p:spPr>
          <a:xfrm>
            <a:off x="0" y="0"/>
            <a:ext cx="6709409" cy="1028700"/>
          </a:xfrm>
          <a:custGeom>
            <a:avLst/>
            <a:gdLst/>
            <a:ahLst/>
            <a:cxnLst/>
            <a:rect l="l" t="t" r="r" b="b"/>
            <a:pathLst>
              <a:path w="6709409" h="1028700">
                <a:moveTo>
                  <a:pt x="0" y="0"/>
                </a:moveTo>
                <a:lnTo>
                  <a:pt x="6709117" y="0"/>
                </a:lnTo>
                <a:lnTo>
                  <a:pt x="6366217" y="1028700"/>
                </a:lnTo>
                <a:lnTo>
                  <a:pt x="0" y="1028700"/>
                </a:lnTo>
                <a:lnTo>
                  <a:pt x="0" y="0"/>
                </a:lnTo>
                <a:close/>
              </a:path>
            </a:pathLst>
          </a:custGeom>
          <a:solidFill>
            <a:srgbClr val="091541"/>
          </a:solidFill>
        </p:spPr>
        <p:txBody>
          <a:bodyPr wrap="square" lIns="0" tIns="0" rIns="0" bIns="0" rtlCol="0"/>
          <a:lstStyle/>
          <a:p>
            <a:endParaRPr/>
          </a:p>
        </p:txBody>
      </p:sp>
      <p:sp>
        <p:nvSpPr>
          <p:cNvPr id="4" name="object 4"/>
          <p:cNvSpPr/>
          <p:nvPr/>
        </p:nvSpPr>
        <p:spPr>
          <a:xfrm>
            <a:off x="525873" y="9550044"/>
            <a:ext cx="17236440" cy="737235"/>
          </a:xfrm>
          <a:custGeom>
            <a:avLst/>
            <a:gdLst/>
            <a:ahLst/>
            <a:cxnLst/>
            <a:rect l="l" t="t" r="r" b="b"/>
            <a:pathLst>
              <a:path w="17236440" h="737234">
                <a:moveTo>
                  <a:pt x="17236253" y="736955"/>
                </a:moveTo>
                <a:lnTo>
                  <a:pt x="0" y="736955"/>
                </a:lnTo>
                <a:lnTo>
                  <a:pt x="245651" y="0"/>
                </a:lnTo>
                <a:lnTo>
                  <a:pt x="16990601" y="0"/>
                </a:lnTo>
                <a:lnTo>
                  <a:pt x="17236253" y="736955"/>
                </a:lnTo>
                <a:close/>
              </a:path>
            </a:pathLst>
          </a:custGeom>
          <a:solidFill>
            <a:srgbClr val="2E6FA2"/>
          </a:solidFill>
        </p:spPr>
        <p:txBody>
          <a:bodyPr wrap="square" lIns="0" tIns="0" rIns="0" bIns="0" rtlCol="0"/>
          <a:lstStyle/>
          <a:p>
            <a:endParaRPr/>
          </a:p>
        </p:txBody>
      </p:sp>
      <p:sp>
        <p:nvSpPr>
          <p:cNvPr id="5" name="object 5"/>
          <p:cNvSpPr/>
          <p:nvPr/>
        </p:nvSpPr>
        <p:spPr>
          <a:xfrm>
            <a:off x="16751777" y="0"/>
            <a:ext cx="1536700" cy="245110"/>
          </a:xfrm>
          <a:custGeom>
            <a:avLst/>
            <a:gdLst/>
            <a:ahLst/>
            <a:cxnLst/>
            <a:rect l="l" t="t" r="r" b="b"/>
            <a:pathLst>
              <a:path w="1536700" h="245110">
                <a:moveTo>
                  <a:pt x="162021" y="245028"/>
                </a:moveTo>
                <a:lnTo>
                  <a:pt x="1536221" y="245028"/>
                </a:lnTo>
                <a:lnTo>
                  <a:pt x="1536221" y="0"/>
                </a:lnTo>
                <a:lnTo>
                  <a:pt x="0" y="0"/>
                </a:lnTo>
                <a:lnTo>
                  <a:pt x="293" y="8219"/>
                </a:lnTo>
                <a:lnTo>
                  <a:pt x="4036" y="12768"/>
                </a:lnTo>
                <a:lnTo>
                  <a:pt x="6971" y="17612"/>
                </a:lnTo>
                <a:lnTo>
                  <a:pt x="110356" y="186644"/>
                </a:lnTo>
                <a:lnTo>
                  <a:pt x="135982" y="229034"/>
                </a:lnTo>
                <a:lnTo>
                  <a:pt x="141662" y="236657"/>
                </a:lnTo>
                <a:lnTo>
                  <a:pt x="148127" y="241693"/>
                </a:lnTo>
                <a:lnTo>
                  <a:pt x="155858" y="244473"/>
                </a:lnTo>
                <a:lnTo>
                  <a:pt x="162021" y="245028"/>
                </a:lnTo>
                <a:close/>
              </a:path>
            </a:pathLst>
          </a:custGeom>
          <a:solidFill>
            <a:srgbClr val="2E6FA2"/>
          </a:solidFill>
        </p:spPr>
        <p:txBody>
          <a:bodyPr wrap="square" lIns="0" tIns="0" rIns="0" bIns="0" rtlCol="0"/>
          <a:lstStyle/>
          <a:p>
            <a:endParaRPr/>
          </a:p>
        </p:txBody>
      </p:sp>
      <p:sp>
        <p:nvSpPr>
          <p:cNvPr id="6" name="object 6"/>
          <p:cNvSpPr/>
          <p:nvPr/>
        </p:nvSpPr>
        <p:spPr>
          <a:xfrm>
            <a:off x="17032549" y="459610"/>
            <a:ext cx="1256030" cy="245110"/>
          </a:xfrm>
          <a:custGeom>
            <a:avLst/>
            <a:gdLst/>
            <a:ahLst/>
            <a:cxnLst/>
            <a:rect l="l" t="t" r="r" b="b"/>
            <a:pathLst>
              <a:path w="1256030" h="245109">
                <a:moveTo>
                  <a:pt x="166877" y="244812"/>
                </a:moveTo>
                <a:lnTo>
                  <a:pt x="315262" y="244372"/>
                </a:lnTo>
                <a:lnTo>
                  <a:pt x="1255450" y="244364"/>
                </a:lnTo>
                <a:lnTo>
                  <a:pt x="1255450" y="0"/>
                </a:lnTo>
                <a:lnTo>
                  <a:pt x="0" y="0"/>
                </a:lnTo>
                <a:lnTo>
                  <a:pt x="1873" y="7549"/>
                </a:lnTo>
                <a:lnTo>
                  <a:pt x="4806" y="13722"/>
                </a:lnTo>
                <a:lnTo>
                  <a:pt x="11594" y="24143"/>
                </a:lnTo>
                <a:lnTo>
                  <a:pt x="85873" y="145542"/>
                </a:lnTo>
                <a:lnTo>
                  <a:pt x="110531" y="186065"/>
                </a:lnTo>
                <a:lnTo>
                  <a:pt x="135028" y="226686"/>
                </a:lnTo>
                <a:lnTo>
                  <a:pt x="141109" y="235039"/>
                </a:lnTo>
                <a:lnTo>
                  <a:pt x="148008" y="240675"/>
                </a:lnTo>
                <a:lnTo>
                  <a:pt x="156380" y="243848"/>
                </a:lnTo>
                <a:lnTo>
                  <a:pt x="166877" y="244812"/>
                </a:lnTo>
                <a:close/>
              </a:path>
            </a:pathLst>
          </a:custGeom>
          <a:solidFill>
            <a:srgbClr val="FFFFFF"/>
          </a:solidFill>
        </p:spPr>
        <p:txBody>
          <a:bodyPr wrap="square" lIns="0" tIns="0" rIns="0" bIns="0" rtlCol="0"/>
          <a:lstStyle/>
          <a:p>
            <a:endParaRPr/>
          </a:p>
        </p:txBody>
      </p:sp>
      <p:sp>
        <p:nvSpPr>
          <p:cNvPr id="7" name="object 7"/>
          <p:cNvSpPr/>
          <p:nvPr/>
        </p:nvSpPr>
        <p:spPr>
          <a:xfrm>
            <a:off x="17313101" y="918560"/>
            <a:ext cx="975360" cy="245745"/>
          </a:xfrm>
          <a:custGeom>
            <a:avLst/>
            <a:gdLst/>
            <a:ahLst/>
            <a:cxnLst/>
            <a:rect l="l" t="t" r="r" b="b"/>
            <a:pathLst>
              <a:path w="975359" h="245744">
                <a:moveTo>
                  <a:pt x="154078" y="245112"/>
                </a:moveTo>
                <a:lnTo>
                  <a:pt x="160860" y="245179"/>
                </a:lnTo>
                <a:lnTo>
                  <a:pt x="164309" y="244739"/>
                </a:lnTo>
                <a:lnTo>
                  <a:pt x="167905" y="245106"/>
                </a:lnTo>
                <a:lnTo>
                  <a:pt x="974899" y="245095"/>
                </a:lnTo>
                <a:lnTo>
                  <a:pt x="974899" y="0"/>
                </a:lnTo>
                <a:lnTo>
                  <a:pt x="1908" y="0"/>
                </a:lnTo>
                <a:lnTo>
                  <a:pt x="0" y="7485"/>
                </a:lnTo>
                <a:lnTo>
                  <a:pt x="3669" y="11008"/>
                </a:lnTo>
                <a:lnTo>
                  <a:pt x="113037" y="189769"/>
                </a:lnTo>
                <a:lnTo>
                  <a:pt x="139651" y="233585"/>
                </a:lnTo>
                <a:lnTo>
                  <a:pt x="143791" y="239225"/>
                </a:lnTo>
                <a:lnTo>
                  <a:pt x="148494" y="243097"/>
                </a:lnTo>
                <a:lnTo>
                  <a:pt x="154078" y="245112"/>
                </a:lnTo>
                <a:close/>
              </a:path>
            </a:pathLst>
          </a:custGeom>
          <a:solidFill>
            <a:srgbClr val="2E6FA2"/>
          </a:solidFill>
        </p:spPr>
        <p:txBody>
          <a:bodyPr wrap="square" lIns="0" tIns="0" rIns="0" bIns="0" rtlCol="0"/>
          <a:lstStyle/>
          <a:p>
            <a:endParaRPr/>
          </a:p>
        </p:txBody>
      </p:sp>
      <p:sp>
        <p:nvSpPr>
          <p:cNvPr id="8" name="object 8"/>
          <p:cNvSpPr/>
          <p:nvPr/>
        </p:nvSpPr>
        <p:spPr>
          <a:xfrm>
            <a:off x="17594312" y="1377217"/>
            <a:ext cx="694055" cy="246379"/>
          </a:xfrm>
          <a:custGeom>
            <a:avLst/>
            <a:gdLst/>
            <a:ahLst/>
            <a:cxnLst/>
            <a:rect l="l" t="t" r="r" b="b"/>
            <a:pathLst>
              <a:path w="694055" h="246380">
                <a:moveTo>
                  <a:pt x="165483" y="245766"/>
                </a:moveTo>
                <a:lnTo>
                  <a:pt x="693687" y="245469"/>
                </a:lnTo>
                <a:lnTo>
                  <a:pt x="693687" y="1037"/>
                </a:lnTo>
                <a:lnTo>
                  <a:pt x="12255" y="1027"/>
                </a:lnTo>
                <a:lnTo>
                  <a:pt x="6898" y="0"/>
                </a:lnTo>
                <a:lnTo>
                  <a:pt x="0" y="3302"/>
                </a:lnTo>
                <a:lnTo>
                  <a:pt x="5979" y="15748"/>
                </a:lnTo>
                <a:lnTo>
                  <a:pt x="12723" y="27354"/>
                </a:lnTo>
                <a:lnTo>
                  <a:pt x="26712" y="49534"/>
                </a:lnTo>
                <a:lnTo>
                  <a:pt x="109765" y="185343"/>
                </a:lnTo>
                <a:lnTo>
                  <a:pt x="137230" y="230722"/>
                </a:lnTo>
                <a:lnTo>
                  <a:pt x="142759" y="238026"/>
                </a:lnTo>
                <a:lnTo>
                  <a:pt x="149045" y="242647"/>
                </a:lnTo>
                <a:lnTo>
                  <a:pt x="156486" y="245067"/>
                </a:lnTo>
                <a:lnTo>
                  <a:pt x="165483" y="245766"/>
                </a:lnTo>
                <a:close/>
              </a:path>
            </a:pathLst>
          </a:custGeom>
          <a:solidFill>
            <a:srgbClr val="FFFFFF"/>
          </a:solidFill>
        </p:spPr>
        <p:txBody>
          <a:bodyPr wrap="square" lIns="0" tIns="0" rIns="0" bIns="0" rtlCol="0"/>
          <a:lstStyle/>
          <a:p>
            <a:endParaRPr/>
          </a:p>
        </p:txBody>
      </p:sp>
      <p:sp>
        <p:nvSpPr>
          <p:cNvPr id="9" name="object 9"/>
          <p:cNvSpPr/>
          <p:nvPr/>
        </p:nvSpPr>
        <p:spPr>
          <a:xfrm>
            <a:off x="0" y="0"/>
            <a:ext cx="1536700" cy="245110"/>
          </a:xfrm>
          <a:custGeom>
            <a:avLst/>
            <a:gdLst/>
            <a:ahLst/>
            <a:cxnLst/>
            <a:rect l="l" t="t" r="r" b="b"/>
            <a:pathLst>
              <a:path w="1536700" h="245110">
                <a:moveTo>
                  <a:pt x="1374172" y="245028"/>
                </a:moveTo>
                <a:lnTo>
                  <a:pt x="0" y="245028"/>
                </a:lnTo>
                <a:lnTo>
                  <a:pt x="0" y="0"/>
                </a:lnTo>
                <a:lnTo>
                  <a:pt x="1536193" y="0"/>
                </a:lnTo>
                <a:lnTo>
                  <a:pt x="1535900" y="8219"/>
                </a:lnTo>
                <a:lnTo>
                  <a:pt x="1532157" y="12768"/>
                </a:lnTo>
                <a:lnTo>
                  <a:pt x="1529222" y="17612"/>
                </a:lnTo>
                <a:lnTo>
                  <a:pt x="1425837" y="186644"/>
                </a:lnTo>
                <a:lnTo>
                  <a:pt x="1400211" y="229034"/>
                </a:lnTo>
                <a:lnTo>
                  <a:pt x="1394530" y="236657"/>
                </a:lnTo>
                <a:lnTo>
                  <a:pt x="1388066" y="241693"/>
                </a:lnTo>
                <a:lnTo>
                  <a:pt x="1380335" y="244473"/>
                </a:lnTo>
                <a:lnTo>
                  <a:pt x="1374172" y="245028"/>
                </a:lnTo>
                <a:close/>
              </a:path>
            </a:pathLst>
          </a:custGeom>
          <a:solidFill>
            <a:srgbClr val="091541"/>
          </a:solidFill>
        </p:spPr>
        <p:txBody>
          <a:bodyPr wrap="square" lIns="0" tIns="0" rIns="0" bIns="0" rtlCol="0"/>
          <a:lstStyle/>
          <a:p>
            <a:endParaRPr/>
          </a:p>
        </p:txBody>
      </p:sp>
      <p:sp>
        <p:nvSpPr>
          <p:cNvPr id="10" name="object 10"/>
          <p:cNvSpPr/>
          <p:nvPr/>
        </p:nvSpPr>
        <p:spPr>
          <a:xfrm>
            <a:off x="0" y="459610"/>
            <a:ext cx="1256030" cy="245110"/>
          </a:xfrm>
          <a:custGeom>
            <a:avLst/>
            <a:gdLst/>
            <a:ahLst/>
            <a:cxnLst/>
            <a:rect l="l" t="t" r="r" b="b"/>
            <a:pathLst>
              <a:path w="1256030" h="245109">
                <a:moveTo>
                  <a:pt x="1088544" y="244812"/>
                </a:moveTo>
                <a:lnTo>
                  <a:pt x="940160" y="244372"/>
                </a:lnTo>
                <a:lnTo>
                  <a:pt x="0" y="244364"/>
                </a:lnTo>
                <a:lnTo>
                  <a:pt x="0" y="0"/>
                </a:lnTo>
                <a:lnTo>
                  <a:pt x="1255422" y="0"/>
                </a:lnTo>
                <a:lnTo>
                  <a:pt x="1253548" y="7549"/>
                </a:lnTo>
                <a:lnTo>
                  <a:pt x="1250615" y="13722"/>
                </a:lnTo>
                <a:lnTo>
                  <a:pt x="1243827" y="24143"/>
                </a:lnTo>
                <a:lnTo>
                  <a:pt x="1169549" y="145542"/>
                </a:lnTo>
                <a:lnTo>
                  <a:pt x="1144890" y="186065"/>
                </a:lnTo>
                <a:lnTo>
                  <a:pt x="1120393" y="226686"/>
                </a:lnTo>
                <a:lnTo>
                  <a:pt x="1114313" y="235039"/>
                </a:lnTo>
                <a:lnTo>
                  <a:pt x="1107413" y="240675"/>
                </a:lnTo>
                <a:lnTo>
                  <a:pt x="1099042" y="243848"/>
                </a:lnTo>
                <a:lnTo>
                  <a:pt x="1088544" y="244812"/>
                </a:lnTo>
                <a:close/>
              </a:path>
            </a:pathLst>
          </a:custGeom>
          <a:solidFill>
            <a:srgbClr val="FFFFFF"/>
          </a:solidFill>
        </p:spPr>
        <p:txBody>
          <a:bodyPr wrap="square" lIns="0" tIns="0" rIns="0" bIns="0" rtlCol="0"/>
          <a:lstStyle/>
          <a:p>
            <a:endParaRPr/>
          </a:p>
        </p:txBody>
      </p:sp>
      <p:sp>
        <p:nvSpPr>
          <p:cNvPr id="11" name="object 11"/>
          <p:cNvSpPr/>
          <p:nvPr/>
        </p:nvSpPr>
        <p:spPr>
          <a:xfrm>
            <a:off x="0" y="918560"/>
            <a:ext cx="975360" cy="245745"/>
          </a:xfrm>
          <a:custGeom>
            <a:avLst/>
            <a:gdLst/>
            <a:ahLst/>
            <a:cxnLst/>
            <a:rect l="l" t="t" r="r" b="b"/>
            <a:pathLst>
              <a:path w="975360" h="245744">
                <a:moveTo>
                  <a:pt x="820792" y="245112"/>
                </a:moveTo>
                <a:lnTo>
                  <a:pt x="814011" y="245179"/>
                </a:lnTo>
                <a:lnTo>
                  <a:pt x="810562" y="244739"/>
                </a:lnTo>
                <a:lnTo>
                  <a:pt x="806966" y="245106"/>
                </a:lnTo>
                <a:lnTo>
                  <a:pt x="0" y="245095"/>
                </a:lnTo>
                <a:lnTo>
                  <a:pt x="0" y="0"/>
                </a:lnTo>
                <a:lnTo>
                  <a:pt x="972963" y="0"/>
                </a:lnTo>
                <a:lnTo>
                  <a:pt x="974871" y="7485"/>
                </a:lnTo>
                <a:lnTo>
                  <a:pt x="971202" y="11008"/>
                </a:lnTo>
                <a:lnTo>
                  <a:pt x="861833" y="189769"/>
                </a:lnTo>
                <a:lnTo>
                  <a:pt x="835219" y="233585"/>
                </a:lnTo>
                <a:lnTo>
                  <a:pt x="831080" y="239225"/>
                </a:lnTo>
                <a:lnTo>
                  <a:pt x="826376" y="243097"/>
                </a:lnTo>
                <a:lnTo>
                  <a:pt x="820792" y="245112"/>
                </a:lnTo>
                <a:close/>
              </a:path>
            </a:pathLst>
          </a:custGeom>
          <a:solidFill>
            <a:srgbClr val="091541"/>
          </a:solidFill>
        </p:spPr>
        <p:txBody>
          <a:bodyPr wrap="square" lIns="0" tIns="0" rIns="0" bIns="0" rtlCol="0"/>
          <a:lstStyle/>
          <a:p>
            <a:endParaRPr/>
          </a:p>
        </p:txBody>
      </p:sp>
      <p:sp>
        <p:nvSpPr>
          <p:cNvPr id="12" name="object 12"/>
          <p:cNvSpPr/>
          <p:nvPr/>
        </p:nvSpPr>
        <p:spPr>
          <a:xfrm>
            <a:off x="0" y="1377217"/>
            <a:ext cx="694055" cy="246379"/>
          </a:xfrm>
          <a:custGeom>
            <a:avLst/>
            <a:gdLst/>
            <a:ahLst/>
            <a:cxnLst/>
            <a:rect l="l" t="t" r="r" b="b"/>
            <a:pathLst>
              <a:path w="694055" h="246380">
                <a:moveTo>
                  <a:pt x="528175" y="245766"/>
                </a:moveTo>
                <a:lnTo>
                  <a:pt x="0" y="245469"/>
                </a:lnTo>
                <a:lnTo>
                  <a:pt x="0" y="1037"/>
                </a:lnTo>
                <a:lnTo>
                  <a:pt x="681404" y="1027"/>
                </a:lnTo>
                <a:lnTo>
                  <a:pt x="686761" y="0"/>
                </a:lnTo>
                <a:lnTo>
                  <a:pt x="693659" y="3302"/>
                </a:lnTo>
                <a:lnTo>
                  <a:pt x="687679" y="15748"/>
                </a:lnTo>
                <a:lnTo>
                  <a:pt x="680936" y="27354"/>
                </a:lnTo>
                <a:lnTo>
                  <a:pt x="666947" y="49534"/>
                </a:lnTo>
                <a:lnTo>
                  <a:pt x="583893" y="185343"/>
                </a:lnTo>
                <a:lnTo>
                  <a:pt x="556429" y="230722"/>
                </a:lnTo>
                <a:lnTo>
                  <a:pt x="550900" y="238026"/>
                </a:lnTo>
                <a:lnTo>
                  <a:pt x="544614" y="242647"/>
                </a:lnTo>
                <a:lnTo>
                  <a:pt x="537172" y="245067"/>
                </a:lnTo>
                <a:lnTo>
                  <a:pt x="528175" y="245766"/>
                </a:lnTo>
                <a:close/>
              </a:path>
            </a:pathLst>
          </a:custGeom>
          <a:solidFill>
            <a:srgbClr val="FFFFFF"/>
          </a:solidFill>
        </p:spPr>
        <p:txBody>
          <a:bodyPr wrap="square" lIns="0" tIns="0" rIns="0" bIns="0" rtlCol="0"/>
          <a:lstStyle/>
          <a:p>
            <a:endParaRPr/>
          </a:p>
        </p:txBody>
      </p:sp>
      <p:pic>
        <p:nvPicPr>
          <p:cNvPr id="13" name="object 13"/>
          <p:cNvPicPr/>
          <p:nvPr/>
        </p:nvPicPr>
        <p:blipFill>
          <a:blip r:embed="rId2" cstate="print"/>
          <a:stretch>
            <a:fillRect/>
          </a:stretch>
        </p:blipFill>
        <p:spPr>
          <a:xfrm>
            <a:off x="16750644" y="4640412"/>
            <a:ext cx="163826" cy="163826"/>
          </a:xfrm>
          <a:prstGeom prst="rect">
            <a:avLst/>
          </a:prstGeom>
        </p:spPr>
      </p:pic>
      <p:pic>
        <p:nvPicPr>
          <p:cNvPr id="14" name="object 14"/>
          <p:cNvPicPr/>
          <p:nvPr/>
        </p:nvPicPr>
        <p:blipFill>
          <a:blip r:embed="rId3" cstate="print"/>
          <a:stretch>
            <a:fillRect/>
          </a:stretch>
        </p:blipFill>
        <p:spPr>
          <a:xfrm>
            <a:off x="17043480" y="4640412"/>
            <a:ext cx="163826" cy="163826"/>
          </a:xfrm>
          <a:prstGeom prst="rect">
            <a:avLst/>
          </a:prstGeom>
        </p:spPr>
      </p:pic>
      <p:pic>
        <p:nvPicPr>
          <p:cNvPr id="15" name="object 15"/>
          <p:cNvPicPr/>
          <p:nvPr/>
        </p:nvPicPr>
        <p:blipFill>
          <a:blip r:embed="rId4" cstate="print"/>
          <a:stretch>
            <a:fillRect/>
          </a:stretch>
        </p:blipFill>
        <p:spPr>
          <a:xfrm>
            <a:off x="17336355" y="4640412"/>
            <a:ext cx="163826" cy="163826"/>
          </a:xfrm>
          <a:prstGeom prst="rect">
            <a:avLst/>
          </a:prstGeom>
        </p:spPr>
      </p:pic>
      <p:pic>
        <p:nvPicPr>
          <p:cNvPr id="16" name="object 16"/>
          <p:cNvPicPr/>
          <p:nvPr/>
        </p:nvPicPr>
        <p:blipFill>
          <a:blip r:embed="rId3" cstate="print"/>
          <a:stretch>
            <a:fillRect/>
          </a:stretch>
        </p:blipFill>
        <p:spPr>
          <a:xfrm>
            <a:off x="17629192" y="4640412"/>
            <a:ext cx="163826" cy="163826"/>
          </a:xfrm>
          <a:prstGeom prst="rect">
            <a:avLst/>
          </a:prstGeom>
        </p:spPr>
      </p:pic>
      <p:pic>
        <p:nvPicPr>
          <p:cNvPr id="17" name="object 17"/>
          <p:cNvPicPr/>
          <p:nvPr/>
        </p:nvPicPr>
        <p:blipFill>
          <a:blip r:embed="rId4" cstate="print"/>
          <a:stretch>
            <a:fillRect/>
          </a:stretch>
        </p:blipFill>
        <p:spPr>
          <a:xfrm>
            <a:off x="17922028" y="4640412"/>
            <a:ext cx="163826" cy="163826"/>
          </a:xfrm>
          <a:prstGeom prst="rect">
            <a:avLst/>
          </a:prstGeom>
        </p:spPr>
      </p:pic>
      <p:pic>
        <p:nvPicPr>
          <p:cNvPr id="18" name="object 18"/>
          <p:cNvPicPr/>
          <p:nvPr/>
        </p:nvPicPr>
        <p:blipFill>
          <a:blip r:embed="rId5" cstate="print"/>
          <a:stretch>
            <a:fillRect/>
          </a:stretch>
        </p:blipFill>
        <p:spPr>
          <a:xfrm>
            <a:off x="18214905" y="4640750"/>
            <a:ext cx="73094" cy="163148"/>
          </a:xfrm>
          <a:prstGeom prst="rect">
            <a:avLst/>
          </a:prstGeom>
        </p:spPr>
      </p:pic>
      <p:pic>
        <p:nvPicPr>
          <p:cNvPr id="19" name="object 19"/>
          <p:cNvPicPr/>
          <p:nvPr/>
        </p:nvPicPr>
        <p:blipFill>
          <a:blip r:embed="rId2" cstate="print"/>
          <a:stretch>
            <a:fillRect/>
          </a:stretch>
        </p:blipFill>
        <p:spPr>
          <a:xfrm>
            <a:off x="16750644" y="4921047"/>
            <a:ext cx="163826" cy="163826"/>
          </a:xfrm>
          <a:prstGeom prst="rect">
            <a:avLst/>
          </a:prstGeom>
        </p:spPr>
      </p:pic>
      <p:pic>
        <p:nvPicPr>
          <p:cNvPr id="20" name="object 20"/>
          <p:cNvPicPr/>
          <p:nvPr/>
        </p:nvPicPr>
        <p:blipFill>
          <a:blip r:embed="rId3" cstate="print"/>
          <a:stretch>
            <a:fillRect/>
          </a:stretch>
        </p:blipFill>
        <p:spPr>
          <a:xfrm>
            <a:off x="17043480" y="4921047"/>
            <a:ext cx="163826" cy="163826"/>
          </a:xfrm>
          <a:prstGeom prst="rect">
            <a:avLst/>
          </a:prstGeom>
        </p:spPr>
      </p:pic>
      <p:pic>
        <p:nvPicPr>
          <p:cNvPr id="21" name="object 21"/>
          <p:cNvPicPr/>
          <p:nvPr/>
        </p:nvPicPr>
        <p:blipFill>
          <a:blip r:embed="rId4" cstate="print"/>
          <a:stretch>
            <a:fillRect/>
          </a:stretch>
        </p:blipFill>
        <p:spPr>
          <a:xfrm>
            <a:off x="17336355" y="4921047"/>
            <a:ext cx="163826" cy="163826"/>
          </a:xfrm>
          <a:prstGeom prst="rect">
            <a:avLst/>
          </a:prstGeom>
        </p:spPr>
      </p:pic>
      <p:pic>
        <p:nvPicPr>
          <p:cNvPr id="22" name="object 22"/>
          <p:cNvPicPr/>
          <p:nvPr/>
        </p:nvPicPr>
        <p:blipFill>
          <a:blip r:embed="rId3" cstate="print"/>
          <a:stretch>
            <a:fillRect/>
          </a:stretch>
        </p:blipFill>
        <p:spPr>
          <a:xfrm>
            <a:off x="17629192" y="4921047"/>
            <a:ext cx="163826" cy="163826"/>
          </a:xfrm>
          <a:prstGeom prst="rect">
            <a:avLst/>
          </a:prstGeom>
        </p:spPr>
      </p:pic>
      <p:pic>
        <p:nvPicPr>
          <p:cNvPr id="23" name="object 23"/>
          <p:cNvPicPr/>
          <p:nvPr/>
        </p:nvPicPr>
        <p:blipFill>
          <a:blip r:embed="rId4" cstate="print"/>
          <a:stretch>
            <a:fillRect/>
          </a:stretch>
        </p:blipFill>
        <p:spPr>
          <a:xfrm>
            <a:off x="17922028" y="4921047"/>
            <a:ext cx="163826" cy="163826"/>
          </a:xfrm>
          <a:prstGeom prst="rect">
            <a:avLst/>
          </a:prstGeom>
        </p:spPr>
      </p:pic>
      <p:pic>
        <p:nvPicPr>
          <p:cNvPr id="24" name="object 24"/>
          <p:cNvPicPr/>
          <p:nvPr/>
        </p:nvPicPr>
        <p:blipFill>
          <a:blip r:embed="rId6" cstate="print"/>
          <a:stretch>
            <a:fillRect/>
          </a:stretch>
        </p:blipFill>
        <p:spPr>
          <a:xfrm>
            <a:off x="18214905" y="4921385"/>
            <a:ext cx="73094" cy="163148"/>
          </a:xfrm>
          <a:prstGeom prst="rect">
            <a:avLst/>
          </a:prstGeom>
        </p:spPr>
      </p:pic>
      <p:pic>
        <p:nvPicPr>
          <p:cNvPr id="25" name="object 25"/>
          <p:cNvPicPr/>
          <p:nvPr/>
        </p:nvPicPr>
        <p:blipFill>
          <a:blip r:embed="rId2" cstate="print"/>
          <a:stretch>
            <a:fillRect/>
          </a:stretch>
        </p:blipFill>
        <p:spPr>
          <a:xfrm>
            <a:off x="16750644" y="5201721"/>
            <a:ext cx="163826" cy="163826"/>
          </a:xfrm>
          <a:prstGeom prst="rect">
            <a:avLst/>
          </a:prstGeom>
        </p:spPr>
      </p:pic>
      <p:pic>
        <p:nvPicPr>
          <p:cNvPr id="26" name="object 26"/>
          <p:cNvPicPr/>
          <p:nvPr/>
        </p:nvPicPr>
        <p:blipFill>
          <a:blip r:embed="rId3" cstate="print"/>
          <a:stretch>
            <a:fillRect/>
          </a:stretch>
        </p:blipFill>
        <p:spPr>
          <a:xfrm>
            <a:off x="17043480" y="5201721"/>
            <a:ext cx="163826" cy="163826"/>
          </a:xfrm>
          <a:prstGeom prst="rect">
            <a:avLst/>
          </a:prstGeom>
        </p:spPr>
      </p:pic>
      <p:pic>
        <p:nvPicPr>
          <p:cNvPr id="27" name="object 27"/>
          <p:cNvPicPr/>
          <p:nvPr/>
        </p:nvPicPr>
        <p:blipFill>
          <a:blip r:embed="rId3" cstate="print"/>
          <a:stretch>
            <a:fillRect/>
          </a:stretch>
        </p:blipFill>
        <p:spPr>
          <a:xfrm>
            <a:off x="17629192" y="5201721"/>
            <a:ext cx="163826" cy="163826"/>
          </a:xfrm>
          <a:prstGeom prst="rect">
            <a:avLst/>
          </a:prstGeom>
        </p:spPr>
      </p:pic>
      <p:pic>
        <p:nvPicPr>
          <p:cNvPr id="28" name="object 28"/>
          <p:cNvPicPr/>
          <p:nvPr/>
        </p:nvPicPr>
        <p:blipFill>
          <a:blip r:embed="rId4" cstate="print"/>
          <a:stretch>
            <a:fillRect/>
          </a:stretch>
        </p:blipFill>
        <p:spPr>
          <a:xfrm>
            <a:off x="17336355" y="5201721"/>
            <a:ext cx="163826" cy="163826"/>
          </a:xfrm>
          <a:prstGeom prst="rect">
            <a:avLst/>
          </a:prstGeom>
        </p:spPr>
      </p:pic>
      <p:pic>
        <p:nvPicPr>
          <p:cNvPr id="29" name="object 29"/>
          <p:cNvPicPr/>
          <p:nvPr/>
        </p:nvPicPr>
        <p:blipFill>
          <a:blip r:embed="rId4" cstate="print"/>
          <a:stretch>
            <a:fillRect/>
          </a:stretch>
        </p:blipFill>
        <p:spPr>
          <a:xfrm>
            <a:off x="17922028" y="5201721"/>
            <a:ext cx="163826" cy="163826"/>
          </a:xfrm>
          <a:prstGeom prst="rect">
            <a:avLst/>
          </a:prstGeom>
        </p:spPr>
      </p:pic>
      <p:pic>
        <p:nvPicPr>
          <p:cNvPr id="30" name="object 30"/>
          <p:cNvPicPr/>
          <p:nvPr/>
        </p:nvPicPr>
        <p:blipFill>
          <a:blip r:embed="rId6" cstate="print"/>
          <a:stretch>
            <a:fillRect/>
          </a:stretch>
        </p:blipFill>
        <p:spPr>
          <a:xfrm>
            <a:off x="18214905" y="5202060"/>
            <a:ext cx="73094" cy="163148"/>
          </a:xfrm>
          <a:prstGeom prst="rect">
            <a:avLst/>
          </a:prstGeom>
        </p:spPr>
      </p:pic>
      <p:pic>
        <p:nvPicPr>
          <p:cNvPr id="31" name="object 31"/>
          <p:cNvPicPr/>
          <p:nvPr/>
        </p:nvPicPr>
        <p:blipFill>
          <a:blip r:embed="rId7" cstate="print"/>
          <a:stretch>
            <a:fillRect/>
          </a:stretch>
        </p:blipFill>
        <p:spPr>
          <a:xfrm>
            <a:off x="16750644" y="5482356"/>
            <a:ext cx="163826" cy="163826"/>
          </a:xfrm>
          <a:prstGeom prst="rect">
            <a:avLst/>
          </a:prstGeom>
        </p:spPr>
      </p:pic>
      <p:pic>
        <p:nvPicPr>
          <p:cNvPr id="32" name="object 32"/>
          <p:cNvPicPr/>
          <p:nvPr/>
        </p:nvPicPr>
        <p:blipFill>
          <a:blip r:embed="rId8" cstate="print"/>
          <a:stretch>
            <a:fillRect/>
          </a:stretch>
        </p:blipFill>
        <p:spPr>
          <a:xfrm>
            <a:off x="17043480" y="5482356"/>
            <a:ext cx="163826" cy="163826"/>
          </a:xfrm>
          <a:prstGeom prst="rect">
            <a:avLst/>
          </a:prstGeom>
        </p:spPr>
      </p:pic>
      <p:pic>
        <p:nvPicPr>
          <p:cNvPr id="33" name="object 33"/>
          <p:cNvPicPr/>
          <p:nvPr/>
        </p:nvPicPr>
        <p:blipFill>
          <a:blip r:embed="rId9" cstate="print"/>
          <a:stretch>
            <a:fillRect/>
          </a:stretch>
        </p:blipFill>
        <p:spPr>
          <a:xfrm>
            <a:off x="17336355" y="5482356"/>
            <a:ext cx="163826" cy="163826"/>
          </a:xfrm>
          <a:prstGeom prst="rect">
            <a:avLst/>
          </a:prstGeom>
        </p:spPr>
      </p:pic>
      <p:pic>
        <p:nvPicPr>
          <p:cNvPr id="34" name="object 34"/>
          <p:cNvPicPr/>
          <p:nvPr/>
        </p:nvPicPr>
        <p:blipFill>
          <a:blip r:embed="rId8" cstate="print"/>
          <a:stretch>
            <a:fillRect/>
          </a:stretch>
        </p:blipFill>
        <p:spPr>
          <a:xfrm>
            <a:off x="17629192" y="5482356"/>
            <a:ext cx="163826" cy="163826"/>
          </a:xfrm>
          <a:prstGeom prst="rect">
            <a:avLst/>
          </a:prstGeom>
        </p:spPr>
      </p:pic>
      <p:pic>
        <p:nvPicPr>
          <p:cNvPr id="35" name="object 35"/>
          <p:cNvPicPr/>
          <p:nvPr/>
        </p:nvPicPr>
        <p:blipFill>
          <a:blip r:embed="rId9" cstate="print"/>
          <a:stretch>
            <a:fillRect/>
          </a:stretch>
        </p:blipFill>
        <p:spPr>
          <a:xfrm>
            <a:off x="17922028" y="5482356"/>
            <a:ext cx="163826" cy="163826"/>
          </a:xfrm>
          <a:prstGeom prst="rect">
            <a:avLst/>
          </a:prstGeom>
        </p:spPr>
      </p:pic>
      <p:pic>
        <p:nvPicPr>
          <p:cNvPr id="36" name="object 36"/>
          <p:cNvPicPr/>
          <p:nvPr/>
        </p:nvPicPr>
        <p:blipFill>
          <a:blip r:embed="rId6" cstate="print"/>
          <a:stretch>
            <a:fillRect/>
          </a:stretch>
        </p:blipFill>
        <p:spPr>
          <a:xfrm>
            <a:off x="18214905" y="5482695"/>
            <a:ext cx="73094" cy="163148"/>
          </a:xfrm>
          <a:prstGeom prst="rect">
            <a:avLst/>
          </a:prstGeom>
        </p:spPr>
      </p:pic>
      <p:pic>
        <p:nvPicPr>
          <p:cNvPr id="37" name="object 37"/>
          <p:cNvPicPr/>
          <p:nvPr/>
        </p:nvPicPr>
        <p:blipFill>
          <a:blip r:embed="rId10" cstate="print"/>
          <a:stretch>
            <a:fillRect/>
          </a:stretch>
        </p:blipFill>
        <p:spPr>
          <a:xfrm>
            <a:off x="0" y="4640718"/>
            <a:ext cx="73418" cy="163212"/>
          </a:xfrm>
          <a:prstGeom prst="rect">
            <a:avLst/>
          </a:prstGeom>
        </p:spPr>
      </p:pic>
      <p:pic>
        <p:nvPicPr>
          <p:cNvPr id="38" name="object 38"/>
          <p:cNvPicPr/>
          <p:nvPr/>
        </p:nvPicPr>
        <p:blipFill>
          <a:blip r:embed="rId3" cstate="print"/>
          <a:stretch>
            <a:fillRect/>
          </a:stretch>
        </p:blipFill>
        <p:spPr>
          <a:xfrm>
            <a:off x="202468" y="4640412"/>
            <a:ext cx="163826" cy="163826"/>
          </a:xfrm>
          <a:prstGeom prst="rect">
            <a:avLst/>
          </a:prstGeom>
        </p:spPr>
      </p:pic>
      <p:pic>
        <p:nvPicPr>
          <p:cNvPr id="39" name="object 39"/>
          <p:cNvPicPr/>
          <p:nvPr/>
        </p:nvPicPr>
        <p:blipFill>
          <a:blip r:embed="rId3" cstate="print"/>
          <a:stretch>
            <a:fillRect/>
          </a:stretch>
        </p:blipFill>
        <p:spPr>
          <a:xfrm>
            <a:off x="495304" y="4640412"/>
            <a:ext cx="163826" cy="163826"/>
          </a:xfrm>
          <a:prstGeom prst="rect">
            <a:avLst/>
          </a:prstGeom>
        </p:spPr>
      </p:pic>
      <p:pic>
        <p:nvPicPr>
          <p:cNvPr id="40" name="object 40"/>
          <p:cNvPicPr/>
          <p:nvPr/>
        </p:nvPicPr>
        <p:blipFill>
          <a:blip r:embed="rId11" cstate="print"/>
          <a:stretch>
            <a:fillRect/>
          </a:stretch>
        </p:blipFill>
        <p:spPr>
          <a:xfrm>
            <a:off x="788140" y="4640412"/>
            <a:ext cx="163826" cy="163826"/>
          </a:xfrm>
          <a:prstGeom prst="rect">
            <a:avLst/>
          </a:prstGeom>
        </p:spPr>
      </p:pic>
      <p:pic>
        <p:nvPicPr>
          <p:cNvPr id="41" name="object 41"/>
          <p:cNvPicPr/>
          <p:nvPr/>
        </p:nvPicPr>
        <p:blipFill>
          <a:blip r:embed="rId3" cstate="print"/>
          <a:stretch>
            <a:fillRect/>
          </a:stretch>
        </p:blipFill>
        <p:spPr>
          <a:xfrm>
            <a:off x="1081016" y="4640412"/>
            <a:ext cx="163826" cy="163826"/>
          </a:xfrm>
          <a:prstGeom prst="rect">
            <a:avLst/>
          </a:prstGeom>
        </p:spPr>
      </p:pic>
      <p:pic>
        <p:nvPicPr>
          <p:cNvPr id="42" name="object 42"/>
          <p:cNvPicPr/>
          <p:nvPr/>
        </p:nvPicPr>
        <p:blipFill>
          <a:blip r:embed="rId11" cstate="print"/>
          <a:stretch>
            <a:fillRect/>
          </a:stretch>
        </p:blipFill>
        <p:spPr>
          <a:xfrm>
            <a:off x="1373853" y="4640412"/>
            <a:ext cx="163826" cy="163826"/>
          </a:xfrm>
          <a:prstGeom prst="rect">
            <a:avLst/>
          </a:prstGeom>
        </p:spPr>
      </p:pic>
      <p:pic>
        <p:nvPicPr>
          <p:cNvPr id="43" name="object 43"/>
          <p:cNvPicPr/>
          <p:nvPr/>
        </p:nvPicPr>
        <p:blipFill>
          <a:blip r:embed="rId10" cstate="print"/>
          <a:stretch>
            <a:fillRect/>
          </a:stretch>
        </p:blipFill>
        <p:spPr>
          <a:xfrm>
            <a:off x="0" y="4921353"/>
            <a:ext cx="73418" cy="163212"/>
          </a:xfrm>
          <a:prstGeom prst="rect">
            <a:avLst/>
          </a:prstGeom>
        </p:spPr>
      </p:pic>
      <p:pic>
        <p:nvPicPr>
          <p:cNvPr id="44" name="object 44"/>
          <p:cNvPicPr/>
          <p:nvPr/>
        </p:nvPicPr>
        <p:blipFill>
          <a:blip r:embed="rId3" cstate="print"/>
          <a:stretch>
            <a:fillRect/>
          </a:stretch>
        </p:blipFill>
        <p:spPr>
          <a:xfrm>
            <a:off x="202468" y="4921047"/>
            <a:ext cx="163826" cy="163826"/>
          </a:xfrm>
          <a:prstGeom prst="rect">
            <a:avLst/>
          </a:prstGeom>
        </p:spPr>
      </p:pic>
      <p:pic>
        <p:nvPicPr>
          <p:cNvPr id="45" name="object 45"/>
          <p:cNvPicPr/>
          <p:nvPr/>
        </p:nvPicPr>
        <p:blipFill>
          <a:blip r:embed="rId3" cstate="print"/>
          <a:stretch>
            <a:fillRect/>
          </a:stretch>
        </p:blipFill>
        <p:spPr>
          <a:xfrm>
            <a:off x="495304" y="4921047"/>
            <a:ext cx="163826" cy="163826"/>
          </a:xfrm>
          <a:prstGeom prst="rect">
            <a:avLst/>
          </a:prstGeom>
        </p:spPr>
      </p:pic>
      <p:pic>
        <p:nvPicPr>
          <p:cNvPr id="46" name="object 46"/>
          <p:cNvPicPr/>
          <p:nvPr/>
        </p:nvPicPr>
        <p:blipFill>
          <a:blip r:embed="rId11" cstate="print"/>
          <a:stretch>
            <a:fillRect/>
          </a:stretch>
        </p:blipFill>
        <p:spPr>
          <a:xfrm>
            <a:off x="788140" y="4921047"/>
            <a:ext cx="163826" cy="163826"/>
          </a:xfrm>
          <a:prstGeom prst="rect">
            <a:avLst/>
          </a:prstGeom>
        </p:spPr>
      </p:pic>
      <p:pic>
        <p:nvPicPr>
          <p:cNvPr id="47" name="object 47"/>
          <p:cNvPicPr/>
          <p:nvPr/>
        </p:nvPicPr>
        <p:blipFill>
          <a:blip r:embed="rId3" cstate="print"/>
          <a:stretch>
            <a:fillRect/>
          </a:stretch>
        </p:blipFill>
        <p:spPr>
          <a:xfrm>
            <a:off x="1081016" y="4921047"/>
            <a:ext cx="163826" cy="163826"/>
          </a:xfrm>
          <a:prstGeom prst="rect">
            <a:avLst/>
          </a:prstGeom>
        </p:spPr>
      </p:pic>
      <p:pic>
        <p:nvPicPr>
          <p:cNvPr id="48" name="object 48"/>
          <p:cNvPicPr/>
          <p:nvPr/>
        </p:nvPicPr>
        <p:blipFill>
          <a:blip r:embed="rId11" cstate="print"/>
          <a:stretch>
            <a:fillRect/>
          </a:stretch>
        </p:blipFill>
        <p:spPr>
          <a:xfrm>
            <a:off x="1373853" y="4921047"/>
            <a:ext cx="163826" cy="163826"/>
          </a:xfrm>
          <a:prstGeom prst="rect">
            <a:avLst/>
          </a:prstGeom>
        </p:spPr>
      </p:pic>
      <p:pic>
        <p:nvPicPr>
          <p:cNvPr id="49" name="object 49"/>
          <p:cNvPicPr/>
          <p:nvPr/>
        </p:nvPicPr>
        <p:blipFill>
          <a:blip r:embed="rId12" cstate="print"/>
          <a:stretch>
            <a:fillRect/>
          </a:stretch>
        </p:blipFill>
        <p:spPr>
          <a:xfrm>
            <a:off x="0" y="5202028"/>
            <a:ext cx="73418" cy="163212"/>
          </a:xfrm>
          <a:prstGeom prst="rect">
            <a:avLst/>
          </a:prstGeom>
        </p:spPr>
      </p:pic>
      <p:pic>
        <p:nvPicPr>
          <p:cNvPr id="50" name="object 50"/>
          <p:cNvPicPr/>
          <p:nvPr/>
        </p:nvPicPr>
        <p:blipFill>
          <a:blip r:embed="rId3" cstate="print"/>
          <a:stretch>
            <a:fillRect/>
          </a:stretch>
        </p:blipFill>
        <p:spPr>
          <a:xfrm>
            <a:off x="202468" y="5201721"/>
            <a:ext cx="163826" cy="163826"/>
          </a:xfrm>
          <a:prstGeom prst="rect">
            <a:avLst/>
          </a:prstGeom>
        </p:spPr>
      </p:pic>
      <p:pic>
        <p:nvPicPr>
          <p:cNvPr id="51" name="object 51"/>
          <p:cNvPicPr/>
          <p:nvPr/>
        </p:nvPicPr>
        <p:blipFill>
          <a:blip r:embed="rId11" cstate="print"/>
          <a:stretch>
            <a:fillRect/>
          </a:stretch>
        </p:blipFill>
        <p:spPr>
          <a:xfrm>
            <a:off x="788140" y="5201721"/>
            <a:ext cx="163826" cy="163826"/>
          </a:xfrm>
          <a:prstGeom prst="rect">
            <a:avLst/>
          </a:prstGeom>
        </p:spPr>
      </p:pic>
      <p:pic>
        <p:nvPicPr>
          <p:cNvPr id="52" name="object 52"/>
          <p:cNvPicPr/>
          <p:nvPr/>
        </p:nvPicPr>
        <p:blipFill>
          <a:blip r:embed="rId3" cstate="print"/>
          <a:stretch>
            <a:fillRect/>
          </a:stretch>
        </p:blipFill>
        <p:spPr>
          <a:xfrm>
            <a:off x="495304" y="5201721"/>
            <a:ext cx="163826" cy="163826"/>
          </a:xfrm>
          <a:prstGeom prst="rect">
            <a:avLst/>
          </a:prstGeom>
        </p:spPr>
      </p:pic>
      <p:pic>
        <p:nvPicPr>
          <p:cNvPr id="53" name="object 53"/>
          <p:cNvPicPr/>
          <p:nvPr/>
        </p:nvPicPr>
        <p:blipFill>
          <a:blip r:embed="rId3" cstate="print"/>
          <a:stretch>
            <a:fillRect/>
          </a:stretch>
        </p:blipFill>
        <p:spPr>
          <a:xfrm>
            <a:off x="1081016" y="5201721"/>
            <a:ext cx="163826" cy="163826"/>
          </a:xfrm>
          <a:prstGeom prst="rect">
            <a:avLst/>
          </a:prstGeom>
        </p:spPr>
      </p:pic>
      <p:pic>
        <p:nvPicPr>
          <p:cNvPr id="54" name="object 54"/>
          <p:cNvPicPr/>
          <p:nvPr/>
        </p:nvPicPr>
        <p:blipFill>
          <a:blip r:embed="rId11" cstate="print"/>
          <a:stretch>
            <a:fillRect/>
          </a:stretch>
        </p:blipFill>
        <p:spPr>
          <a:xfrm>
            <a:off x="1373853" y="5201721"/>
            <a:ext cx="163826" cy="163826"/>
          </a:xfrm>
          <a:prstGeom prst="rect">
            <a:avLst/>
          </a:prstGeom>
        </p:spPr>
      </p:pic>
      <p:pic>
        <p:nvPicPr>
          <p:cNvPr id="55" name="object 55"/>
          <p:cNvPicPr/>
          <p:nvPr/>
        </p:nvPicPr>
        <p:blipFill>
          <a:blip r:embed="rId13" cstate="print"/>
          <a:stretch>
            <a:fillRect/>
          </a:stretch>
        </p:blipFill>
        <p:spPr>
          <a:xfrm>
            <a:off x="0" y="5482663"/>
            <a:ext cx="73418" cy="163212"/>
          </a:xfrm>
          <a:prstGeom prst="rect">
            <a:avLst/>
          </a:prstGeom>
        </p:spPr>
      </p:pic>
      <p:pic>
        <p:nvPicPr>
          <p:cNvPr id="56" name="object 56"/>
          <p:cNvPicPr/>
          <p:nvPr/>
        </p:nvPicPr>
        <p:blipFill>
          <a:blip r:embed="rId8" cstate="print"/>
          <a:stretch>
            <a:fillRect/>
          </a:stretch>
        </p:blipFill>
        <p:spPr>
          <a:xfrm>
            <a:off x="202468" y="5482356"/>
            <a:ext cx="163826" cy="163826"/>
          </a:xfrm>
          <a:prstGeom prst="rect">
            <a:avLst/>
          </a:prstGeom>
        </p:spPr>
      </p:pic>
      <p:pic>
        <p:nvPicPr>
          <p:cNvPr id="57" name="object 57"/>
          <p:cNvPicPr/>
          <p:nvPr/>
        </p:nvPicPr>
        <p:blipFill>
          <a:blip r:embed="rId8" cstate="print"/>
          <a:stretch>
            <a:fillRect/>
          </a:stretch>
        </p:blipFill>
        <p:spPr>
          <a:xfrm>
            <a:off x="495304" y="5482356"/>
            <a:ext cx="163826" cy="163826"/>
          </a:xfrm>
          <a:prstGeom prst="rect">
            <a:avLst/>
          </a:prstGeom>
        </p:spPr>
      </p:pic>
      <p:pic>
        <p:nvPicPr>
          <p:cNvPr id="58" name="object 58"/>
          <p:cNvPicPr/>
          <p:nvPr/>
        </p:nvPicPr>
        <p:blipFill>
          <a:blip r:embed="rId14" cstate="print"/>
          <a:stretch>
            <a:fillRect/>
          </a:stretch>
        </p:blipFill>
        <p:spPr>
          <a:xfrm>
            <a:off x="788140" y="5482356"/>
            <a:ext cx="163826" cy="163826"/>
          </a:xfrm>
          <a:prstGeom prst="rect">
            <a:avLst/>
          </a:prstGeom>
        </p:spPr>
      </p:pic>
      <p:pic>
        <p:nvPicPr>
          <p:cNvPr id="59" name="object 59"/>
          <p:cNvPicPr/>
          <p:nvPr/>
        </p:nvPicPr>
        <p:blipFill>
          <a:blip r:embed="rId8" cstate="print"/>
          <a:stretch>
            <a:fillRect/>
          </a:stretch>
        </p:blipFill>
        <p:spPr>
          <a:xfrm>
            <a:off x="1081016" y="5482356"/>
            <a:ext cx="163826" cy="163826"/>
          </a:xfrm>
          <a:prstGeom prst="rect">
            <a:avLst/>
          </a:prstGeom>
        </p:spPr>
      </p:pic>
      <p:pic>
        <p:nvPicPr>
          <p:cNvPr id="60" name="object 60"/>
          <p:cNvPicPr/>
          <p:nvPr/>
        </p:nvPicPr>
        <p:blipFill>
          <a:blip r:embed="rId14" cstate="print"/>
          <a:stretch>
            <a:fillRect/>
          </a:stretch>
        </p:blipFill>
        <p:spPr>
          <a:xfrm>
            <a:off x="1373853" y="5482356"/>
            <a:ext cx="163826" cy="163826"/>
          </a:xfrm>
          <a:prstGeom prst="rect">
            <a:avLst/>
          </a:prstGeom>
        </p:spPr>
      </p:pic>
      <p:pic>
        <p:nvPicPr>
          <p:cNvPr id="61" name="object 61"/>
          <p:cNvPicPr/>
          <p:nvPr/>
        </p:nvPicPr>
        <p:blipFill>
          <a:blip r:embed="rId15" cstate="print"/>
          <a:stretch>
            <a:fillRect/>
          </a:stretch>
        </p:blipFill>
        <p:spPr>
          <a:xfrm>
            <a:off x="8635115" y="1040497"/>
            <a:ext cx="245792" cy="245783"/>
          </a:xfrm>
          <a:prstGeom prst="rect">
            <a:avLst/>
          </a:prstGeom>
        </p:spPr>
      </p:pic>
      <p:pic>
        <p:nvPicPr>
          <p:cNvPr id="62" name="object 62"/>
          <p:cNvPicPr/>
          <p:nvPr/>
        </p:nvPicPr>
        <p:blipFill>
          <a:blip r:embed="rId16" cstate="print"/>
          <a:stretch>
            <a:fillRect/>
          </a:stretch>
        </p:blipFill>
        <p:spPr>
          <a:xfrm>
            <a:off x="8249504" y="1038170"/>
            <a:ext cx="245788" cy="245781"/>
          </a:xfrm>
          <a:prstGeom prst="rect">
            <a:avLst/>
          </a:prstGeom>
        </p:spPr>
      </p:pic>
      <p:pic>
        <p:nvPicPr>
          <p:cNvPr id="63" name="object 63"/>
          <p:cNvPicPr/>
          <p:nvPr/>
        </p:nvPicPr>
        <p:blipFill>
          <a:blip r:embed="rId15" cstate="print"/>
          <a:stretch>
            <a:fillRect/>
          </a:stretch>
        </p:blipFill>
        <p:spPr>
          <a:xfrm>
            <a:off x="9021066" y="1040497"/>
            <a:ext cx="245792" cy="245783"/>
          </a:xfrm>
          <a:prstGeom prst="rect">
            <a:avLst/>
          </a:prstGeom>
        </p:spPr>
      </p:pic>
      <p:pic>
        <p:nvPicPr>
          <p:cNvPr id="64" name="object 64"/>
          <p:cNvPicPr/>
          <p:nvPr/>
        </p:nvPicPr>
        <p:blipFill>
          <a:blip r:embed="rId17" cstate="print"/>
          <a:stretch>
            <a:fillRect/>
          </a:stretch>
        </p:blipFill>
        <p:spPr>
          <a:xfrm>
            <a:off x="9406869" y="1040500"/>
            <a:ext cx="245792" cy="245779"/>
          </a:xfrm>
          <a:prstGeom prst="rect">
            <a:avLst/>
          </a:prstGeom>
        </p:spPr>
      </p:pic>
      <p:pic>
        <p:nvPicPr>
          <p:cNvPr id="65" name="object 65"/>
          <p:cNvPicPr/>
          <p:nvPr/>
        </p:nvPicPr>
        <p:blipFill>
          <a:blip r:embed="rId15" cstate="print"/>
          <a:stretch>
            <a:fillRect/>
          </a:stretch>
        </p:blipFill>
        <p:spPr>
          <a:xfrm>
            <a:off x="9792622" y="1040497"/>
            <a:ext cx="245792" cy="245783"/>
          </a:xfrm>
          <a:prstGeom prst="rect">
            <a:avLst/>
          </a:prstGeom>
        </p:spPr>
      </p:pic>
      <p:sp>
        <p:nvSpPr>
          <p:cNvPr id="67" name="object 67"/>
          <p:cNvSpPr txBox="1">
            <a:spLocks noGrp="1"/>
          </p:cNvSpPr>
          <p:nvPr>
            <p:ph type="title"/>
          </p:nvPr>
        </p:nvSpPr>
        <p:spPr>
          <a:prstGeom prst="rect">
            <a:avLst/>
          </a:prstGeom>
        </p:spPr>
        <p:txBody>
          <a:bodyPr vert="horz" wrap="square" lIns="0" tIns="1490842" rIns="0" bIns="0" rtlCol="0">
            <a:spAutoFit/>
          </a:bodyPr>
          <a:lstStyle/>
          <a:p>
            <a:pPr marL="5248910">
              <a:lnSpc>
                <a:spcPct val="100000"/>
              </a:lnSpc>
              <a:spcBef>
                <a:spcPts val="105"/>
              </a:spcBef>
            </a:pPr>
            <a:r>
              <a:rPr spc="400" dirty="0"/>
              <a:t>Porción</a:t>
            </a:r>
            <a:r>
              <a:rPr spc="-140" dirty="0"/>
              <a:t> </a:t>
            </a:r>
            <a:r>
              <a:rPr spc="235" dirty="0"/>
              <a:t>de</a:t>
            </a:r>
            <a:r>
              <a:rPr spc="-135" dirty="0"/>
              <a:t> </a:t>
            </a:r>
            <a:r>
              <a:rPr spc="320" dirty="0"/>
              <a:t>niveles</a:t>
            </a:r>
            <a:r>
              <a:rPr spc="-135" dirty="0"/>
              <a:t> </a:t>
            </a:r>
            <a:r>
              <a:rPr spc="725" dirty="0"/>
              <a:t>CO</a:t>
            </a:r>
          </a:p>
        </p:txBody>
      </p:sp>
      <p:grpSp>
        <p:nvGrpSpPr>
          <p:cNvPr id="68" name="object 68"/>
          <p:cNvGrpSpPr/>
          <p:nvPr/>
        </p:nvGrpSpPr>
        <p:grpSpPr>
          <a:xfrm>
            <a:off x="9449523" y="2855157"/>
            <a:ext cx="7298690" cy="5628005"/>
            <a:chOff x="9449523" y="2855157"/>
            <a:chExt cx="7298690" cy="5628005"/>
          </a:xfrm>
        </p:grpSpPr>
        <p:sp>
          <p:nvSpPr>
            <p:cNvPr id="69" name="object 69"/>
            <p:cNvSpPr/>
            <p:nvPr/>
          </p:nvSpPr>
          <p:spPr>
            <a:xfrm>
              <a:off x="9449523" y="2855157"/>
              <a:ext cx="7298690" cy="5628005"/>
            </a:xfrm>
            <a:custGeom>
              <a:avLst/>
              <a:gdLst/>
              <a:ahLst/>
              <a:cxnLst/>
              <a:rect l="l" t="t" r="r" b="b"/>
              <a:pathLst>
                <a:path w="7298690" h="5628005">
                  <a:moveTo>
                    <a:pt x="6813851" y="5627729"/>
                  </a:moveTo>
                  <a:lnTo>
                    <a:pt x="485774" y="5627729"/>
                  </a:lnTo>
                  <a:lnTo>
                    <a:pt x="437762" y="5625352"/>
                  </a:lnTo>
                  <a:lnTo>
                    <a:pt x="390562" y="5618309"/>
                  </a:lnTo>
                  <a:lnTo>
                    <a:pt x="344494" y="5606732"/>
                  </a:lnTo>
                  <a:lnTo>
                    <a:pt x="299876" y="5590752"/>
                  </a:lnTo>
                  <a:lnTo>
                    <a:pt x="257028" y="5570502"/>
                  </a:lnTo>
                  <a:lnTo>
                    <a:pt x="216266" y="5546114"/>
                  </a:lnTo>
                  <a:lnTo>
                    <a:pt x="177911" y="5517719"/>
                  </a:lnTo>
                  <a:lnTo>
                    <a:pt x="142280" y="5485449"/>
                  </a:lnTo>
                  <a:lnTo>
                    <a:pt x="110010" y="5449818"/>
                  </a:lnTo>
                  <a:lnTo>
                    <a:pt x="81615" y="5411463"/>
                  </a:lnTo>
                  <a:lnTo>
                    <a:pt x="57227" y="5370701"/>
                  </a:lnTo>
                  <a:lnTo>
                    <a:pt x="36977" y="5327853"/>
                  </a:lnTo>
                  <a:lnTo>
                    <a:pt x="20997" y="5283235"/>
                  </a:lnTo>
                  <a:lnTo>
                    <a:pt x="9420" y="5237167"/>
                  </a:lnTo>
                  <a:lnTo>
                    <a:pt x="2377" y="5189967"/>
                  </a:lnTo>
                  <a:lnTo>
                    <a:pt x="0" y="5141954"/>
                  </a:lnTo>
                  <a:lnTo>
                    <a:pt x="0" y="485774"/>
                  </a:lnTo>
                  <a:lnTo>
                    <a:pt x="2377" y="437762"/>
                  </a:lnTo>
                  <a:lnTo>
                    <a:pt x="9420" y="390562"/>
                  </a:lnTo>
                  <a:lnTo>
                    <a:pt x="20997" y="344494"/>
                  </a:lnTo>
                  <a:lnTo>
                    <a:pt x="36977" y="299876"/>
                  </a:lnTo>
                  <a:lnTo>
                    <a:pt x="57227" y="257028"/>
                  </a:lnTo>
                  <a:lnTo>
                    <a:pt x="81615" y="216266"/>
                  </a:lnTo>
                  <a:lnTo>
                    <a:pt x="110010" y="177911"/>
                  </a:lnTo>
                  <a:lnTo>
                    <a:pt x="142280" y="142280"/>
                  </a:lnTo>
                  <a:lnTo>
                    <a:pt x="177911" y="110010"/>
                  </a:lnTo>
                  <a:lnTo>
                    <a:pt x="216266" y="81615"/>
                  </a:lnTo>
                  <a:lnTo>
                    <a:pt x="257028" y="57227"/>
                  </a:lnTo>
                  <a:lnTo>
                    <a:pt x="299876" y="36977"/>
                  </a:lnTo>
                  <a:lnTo>
                    <a:pt x="344494" y="20997"/>
                  </a:lnTo>
                  <a:lnTo>
                    <a:pt x="390562" y="9420"/>
                  </a:lnTo>
                  <a:lnTo>
                    <a:pt x="437762" y="2377"/>
                  </a:lnTo>
                  <a:lnTo>
                    <a:pt x="485774" y="0"/>
                  </a:lnTo>
                  <a:lnTo>
                    <a:pt x="6813851" y="0"/>
                  </a:lnTo>
                  <a:lnTo>
                    <a:pt x="6861865" y="2377"/>
                  </a:lnTo>
                  <a:lnTo>
                    <a:pt x="6909064" y="9420"/>
                  </a:lnTo>
                  <a:lnTo>
                    <a:pt x="6955132" y="20997"/>
                  </a:lnTo>
                  <a:lnTo>
                    <a:pt x="6999750" y="36977"/>
                  </a:lnTo>
                  <a:lnTo>
                    <a:pt x="7042599" y="57227"/>
                  </a:lnTo>
                  <a:lnTo>
                    <a:pt x="7083360" y="81615"/>
                  </a:lnTo>
                  <a:lnTo>
                    <a:pt x="7121716" y="110010"/>
                  </a:lnTo>
                  <a:lnTo>
                    <a:pt x="7157347" y="142280"/>
                  </a:lnTo>
                  <a:lnTo>
                    <a:pt x="7189616" y="177911"/>
                  </a:lnTo>
                  <a:lnTo>
                    <a:pt x="7218011" y="216266"/>
                  </a:lnTo>
                  <a:lnTo>
                    <a:pt x="7242399" y="257028"/>
                  </a:lnTo>
                  <a:lnTo>
                    <a:pt x="7262649" y="299876"/>
                  </a:lnTo>
                  <a:lnTo>
                    <a:pt x="7278629" y="344494"/>
                  </a:lnTo>
                  <a:lnTo>
                    <a:pt x="7290206" y="390562"/>
                  </a:lnTo>
                  <a:lnTo>
                    <a:pt x="7297249" y="437762"/>
                  </a:lnTo>
                  <a:lnTo>
                    <a:pt x="7298461" y="462240"/>
                  </a:lnTo>
                  <a:lnTo>
                    <a:pt x="7298461" y="5165488"/>
                  </a:lnTo>
                  <a:lnTo>
                    <a:pt x="7290206" y="5237167"/>
                  </a:lnTo>
                  <a:lnTo>
                    <a:pt x="7278629" y="5283235"/>
                  </a:lnTo>
                  <a:lnTo>
                    <a:pt x="7262649" y="5327853"/>
                  </a:lnTo>
                  <a:lnTo>
                    <a:pt x="7242399" y="5370701"/>
                  </a:lnTo>
                  <a:lnTo>
                    <a:pt x="7218011" y="5411463"/>
                  </a:lnTo>
                  <a:lnTo>
                    <a:pt x="7189616" y="5449818"/>
                  </a:lnTo>
                  <a:lnTo>
                    <a:pt x="7157347" y="5485449"/>
                  </a:lnTo>
                  <a:lnTo>
                    <a:pt x="7121716" y="5517719"/>
                  </a:lnTo>
                  <a:lnTo>
                    <a:pt x="7083360" y="5546114"/>
                  </a:lnTo>
                  <a:lnTo>
                    <a:pt x="7042599" y="5570502"/>
                  </a:lnTo>
                  <a:lnTo>
                    <a:pt x="6999750" y="5590752"/>
                  </a:lnTo>
                  <a:lnTo>
                    <a:pt x="6955132" y="5606732"/>
                  </a:lnTo>
                  <a:lnTo>
                    <a:pt x="6909064" y="5618309"/>
                  </a:lnTo>
                  <a:lnTo>
                    <a:pt x="6861865" y="5625352"/>
                  </a:lnTo>
                  <a:lnTo>
                    <a:pt x="6813851" y="5627729"/>
                  </a:lnTo>
                  <a:close/>
                </a:path>
              </a:pathLst>
            </a:custGeom>
            <a:solidFill>
              <a:srgbClr val="CACBCB">
                <a:alpha val="90998"/>
              </a:srgbClr>
            </a:solidFill>
          </p:spPr>
          <p:txBody>
            <a:bodyPr wrap="square" lIns="0" tIns="0" rIns="0" bIns="0" rtlCol="0"/>
            <a:lstStyle/>
            <a:p>
              <a:endParaRPr/>
            </a:p>
          </p:txBody>
        </p:sp>
        <p:pic>
          <p:nvPicPr>
            <p:cNvPr id="70" name="object 70"/>
            <p:cNvPicPr/>
            <p:nvPr/>
          </p:nvPicPr>
          <p:blipFill>
            <a:blip r:embed="rId18" cstate="print"/>
            <a:stretch>
              <a:fillRect/>
            </a:stretch>
          </p:blipFill>
          <p:spPr>
            <a:xfrm>
              <a:off x="9640023" y="3260495"/>
              <a:ext cx="85725" cy="85724"/>
            </a:xfrm>
            <a:prstGeom prst="rect">
              <a:avLst/>
            </a:prstGeom>
          </p:spPr>
        </p:pic>
      </p:grpSp>
      <p:sp>
        <p:nvSpPr>
          <p:cNvPr id="71" name="object 71"/>
          <p:cNvSpPr txBox="1"/>
          <p:nvPr/>
        </p:nvSpPr>
        <p:spPr>
          <a:xfrm>
            <a:off x="9868573" y="3098557"/>
            <a:ext cx="6541770" cy="692150"/>
          </a:xfrm>
          <a:prstGeom prst="rect">
            <a:avLst/>
          </a:prstGeom>
        </p:spPr>
        <p:txBody>
          <a:bodyPr vert="horz" wrap="square" lIns="0" tIns="12700" rIns="0" bIns="0" rtlCol="0">
            <a:spAutoFit/>
          </a:bodyPr>
          <a:lstStyle/>
          <a:p>
            <a:pPr marL="12700" marR="5080">
              <a:lnSpc>
                <a:spcPct val="109400"/>
              </a:lnSpc>
              <a:spcBef>
                <a:spcPts val="100"/>
              </a:spcBef>
              <a:tabLst>
                <a:tab pos="643255" algn="l"/>
                <a:tab pos="2075814" algn="l"/>
                <a:tab pos="2134235" algn="l"/>
                <a:tab pos="2813050" algn="l"/>
                <a:tab pos="4135754" algn="l"/>
                <a:tab pos="6247765" algn="l"/>
              </a:tabLst>
            </a:pPr>
            <a:r>
              <a:rPr sz="2000" spc="-210" dirty="0">
                <a:latin typeface="Lucida Sans Unicode"/>
                <a:cs typeface="Lucida Sans Unicode"/>
              </a:rPr>
              <a:t>L</a:t>
            </a:r>
            <a:r>
              <a:rPr sz="2000" spc="-265" dirty="0">
                <a:latin typeface="Lucida Sans Unicode"/>
                <a:cs typeface="Lucida Sans Unicode"/>
              </a:rPr>
              <a:t> </a:t>
            </a:r>
            <a:r>
              <a:rPr sz="2000" spc="180" dirty="0">
                <a:latin typeface="Lucida Sans Unicode"/>
                <a:cs typeface="Lucida Sans Unicode"/>
              </a:rPr>
              <a:t>a</a:t>
            </a:r>
            <a:r>
              <a:rPr sz="2000" dirty="0">
                <a:latin typeface="Lucida Sans Unicode"/>
                <a:cs typeface="Lucida Sans Unicode"/>
              </a:rPr>
              <a:t>	</a:t>
            </a:r>
            <a:r>
              <a:rPr sz="2000" spc="100" dirty="0">
                <a:latin typeface="Lucida Sans Unicode"/>
                <a:cs typeface="Lucida Sans Unicode"/>
              </a:rPr>
              <a:t>g</a:t>
            </a:r>
            <a:r>
              <a:rPr sz="2000" spc="-265" dirty="0">
                <a:latin typeface="Lucida Sans Unicode"/>
                <a:cs typeface="Lucida Sans Unicode"/>
              </a:rPr>
              <a:t> </a:t>
            </a:r>
            <a:r>
              <a:rPr sz="2000" spc="-80" dirty="0">
                <a:latin typeface="Lucida Sans Unicode"/>
                <a:cs typeface="Lucida Sans Unicode"/>
              </a:rPr>
              <a:t>r</a:t>
            </a:r>
            <a:r>
              <a:rPr sz="2000" spc="-265" dirty="0">
                <a:latin typeface="Lucida Sans Unicode"/>
                <a:cs typeface="Lucida Sans Unicode"/>
              </a:rPr>
              <a:t> </a:t>
            </a:r>
            <a:r>
              <a:rPr sz="2000" spc="240" dirty="0">
                <a:latin typeface="Lucida Sans Unicode"/>
                <a:cs typeface="Lucida Sans Unicode"/>
              </a:rPr>
              <a:t>á</a:t>
            </a:r>
            <a:r>
              <a:rPr sz="2000" spc="-265" dirty="0">
                <a:latin typeface="Lucida Sans Unicode"/>
                <a:cs typeface="Lucida Sans Unicode"/>
              </a:rPr>
              <a:t> </a:t>
            </a:r>
            <a:r>
              <a:rPr sz="2000" spc="-90" dirty="0">
                <a:latin typeface="Lucida Sans Unicode"/>
                <a:cs typeface="Lucida Sans Unicode"/>
              </a:rPr>
              <a:t>f</a:t>
            </a:r>
            <a:r>
              <a:rPr sz="2000" spc="-265" dirty="0">
                <a:latin typeface="Lucida Sans Unicode"/>
                <a:cs typeface="Lucida Sans Unicode"/>
              </a:rPr>
              <a:t> </a:t>
            </a:r>
            <a:r>
              <a:rPr sz="2000" spc="-95" dirty="0">
                <a:latin typeface="Lucida Sans Unicode"/>
                <a:cs typeface="Lucida Sans Unicode"/>
              </a:rPr>
              <a:t>i</a:t>
            </a:r>
            <a:r>
              <a:rPr sz="2000" spc="-265" dirty="0">
                <a:latin typeface="Lucida Sans Unicode"/>
                <a:cs typeface="Lucida Sans Unicode"/>
              </a:rPr>
              <a:t> </a:t>
            </a:r>
            <a:r>
              <a:rPr sz="2000" spc="180" dirty="0">
                <a:latin typeface="Lucida Sans Unicode"/>
                <a:cs typeface="Lucida Sans Unicode"/>
              </a:rPr>
              <a:t>c</a:t>
            </a:r>
            <a:r>
              <a:rPr sz="2000" spc="-265" dirty="0">
                <a:latin typeface="Lucida Sans Unicode"/>
                <a:cs typeface="Lucida Sans Unicode"/>
              </a:rPr>
              <a:t> </a:t>
            </a:r>
            <a:r>
              <a:rPr sz="2000" spc="190" dirty="0">
                <a:latin typeface="Lucida Sans Unicode"/>
                <a:cs typeface="Lucida Sans Unicode"/>
              </a:rPr>
              <a:t>a</a:t>
            </a:r>
            <a:r>
              <a:rPr sz="200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70" dirty="0">
                <a:latin typeface="Lucida Sans Unicode"/>
                <a:cs typeface="Lucida Sans Unicode"/>
              </a:rPr>
              <a:t>e</a:t>
            </a:r>
            <a:r>
              <a:rPr sz="2000" dirty="0">
                <a:latin typeface="Lucida Sans Unicode"/>
                <a:cs typeface="Lucida Sans Unicode"/>
              </a:rPr>
              <a:t>	</a:t>
            </a:r>
            <a:r>
              <a:rPr sz="2000" spc="85" dirty="0">
                <a:latin typeface="Lucida Sans Unicode"/>
                <a:cs typeface="Lucida Sans Unicode"/>
              </a:rPr>
              <a:t>p</a:t>
            </a:r>
            <a:r>
              <a:rPr sz="2000" spc="-265" dirty="0">
                <a:latin typeface="Lucida Sans Unicode"/>
                <a:cs typeface="Lucida Sans Unicode"/>
              </a:rPr>
              <a:t> </a:t>
            </a:r>
            <a:r>
              <a:rPr sz="2000" spc="240" dirty="0">
                <a:latin typeface="Lucida Sans Unicode"/>
                <a:cs typeface="Lucida Sans Unicode"/>
              </a:rPr>
              <a:t>a</a:t>
            </a:r>
            <a:r>
              <a:rPr sz="2000" spc="-265" dirty="0">
                <a:latin typeface="Lucida Sans Unicode"/>
                <a:cs typeface="Lucida Sans Unicode"/>
              </a:rPr>
              <a:t> </a:t>
            </a:r>
            <a:r>
              <a:rPr sz="2000" dirty="0">
                <a:latin typeface="Lucida Sans Unicode"/>
                <a:cs typeface="Lucida Sans Unicode"/>
              </a:rPr>
              <a:t>s</a:t>
            </a:r>
            <a:r>
              <a:rPr sz="2000" spc="-265" dirty="0">
                <a:latin typeface="Lucida Sans Unicode"/>
                <a:cs typeface="Lucida Sans Unicode"/>
              </a:rPr>
              <a:t> </a:t>
            </a:r>
            <a:r>
              <a:rPr sz="2000" spc="-30" dirty="0">
                <a:latin typeface="Lucida Sans Unicode"/>
                <a:cs typeface="Lucida Sans Unicode"/>
              </a:rPr>
              <a:t>t</a:t>
            </a:r>
            <a:r>
              <a:rPr sz="2000" spc="-265" dirty="0">
                <a:latin typeface="Lucida Sans Unicode"/>
                <a:cs typeface="Lucida Sans Unicode"/>
              </a:rPr>
              <a:t> </a:t>
            </a:r>
            <a:r>
              <a:rPr sz="2000" spc="120" dirty="0">
                <a:latin typeface="Lucida Sans Unicode"/>
                <a:cs typeface="Lucida Sans Unicode"/>
              </a:rPr>
              <a:t>e</a:t>
            </a:r>
            <a:r>
              <a:rPr sz="2000" spc="-265" dirty="0">
                <a:latin typeface="Lucida Sans Unicode"/>
                <a:cs typeface="Lucida Sans Unicode"/>
              </a:rPr>
              <a:t> </a:t>
            </a:r>
            <a:r>
              <a:rPr sz="2000" spc="-50" dirty="0">
                <a:latin typeface="Lucida Sans Unicode"/>
                <a:cs typeface="Lucida Sans Unicode"/>
              </a:rPr>
              <a:t>l</a:t>
            </a:r>
            <a:r>
              <a:rPr sz="2000" dirty="0">
                <a:latin typeface="Lucida Sans Unicode"/>
                <a:cs typeface="Lucida Sans Unicode"/>
              </a:rPr>
              <a:t>	</a:t>
            </a:r>
            <a:r>
              <a:rPr sz="2000" spc="-80" dirty="0">
                <a:latin typeface="Lucida Sans Unicode"/>
                <a:cs typeface="Lucida Sans Unicode"/>
              </a:rPr>
              <a:t>r</a:t>
            </a:r>
            <a:r>
              <a:rPr sz="2000" spc="-265" dirty="0">
                <a:latin typeface="Lucida Sans Unicode"/>
                <a:cs typeface="Lucida Sans Unicode"/>
              </a:rPr>
              <a:t> </a:t>
            </a:r>
            <a:r>
              <a:rPr sz="2000" spc="120" dirty="0">
                <a:latin typeface="Lucida Sans Unicode"/>
                <a:cs typeface="Lucida Sans Unicode"/>
              </a:rPr>
              <a:t>e</a:t>
            </a:r>
            <a:r>
              <a:rPr sz="2000" spc="-260" dirty="0">
                <a:latin typeface="Lucida Sans Unicode"/>
                <a:cs typeface="Lucida Sans Unicode"/>
              </a:rPr>
              <a:t> </a:t>
            </a:r>
            <a:r>
              <a:rPr sz="2000" spc="85" dirty="0">
                <a:latin typeface="Lucida Sans Unicode"/>
                <a:cs typeface="Lucida Sans Unicode"/>
              </a:rPr>
              <a:t>p</a:t>
            </a:r>
            <a:r>
              <a:rPr sz="2000" spc="-260" dirty="0">
                <a:latin typeface="Lucida Sans Unicode"/>
                <a:cs typeface="Lucida Sans Unicode"/>
              </a:rPr>
              <a:t> </a:t>
            </a:r>
            <a:r>
              <a:rPr sz="2000" spc="-80" dirty="0">
                <a:latin typeface="Lucida Sans Unicode"/>
                <a:cs typeface="Lucida Sans Unicode"/>
              </a:rPr>
              <a:t>r</a:t>
            </a:r>
            <a:r>
              <a:rPr sz="2000" spc="-260" dirty="0">
                <a:latin typeface="Lucida Sans Unicode"/>
                <a:cs typeface="Lucida Sans Unicode"/>
              </a:rPr>
              <a:t> </a:t>
            </a:r>
            <a:r>
              <a:rPr sz="2000" spc="120" dirty="0">
                <a:latin typeface="Lucida Sans Unicode"/>
                <a:cs typeface="Lucida Sans Unicode"/>
              </a:rPr>
              <a:t>e</a:t>
            </a:r>
            <a:r>
              <a:rPr sz="2000" spc="-265" dirty="0">
                <a:latin typeface="Lucida Sans Unicode"/>
                <a:cs typeface="Lucida Sans Unicode"/>
              </a:rPr>
              <a:t> </a:t>
            </a:r>
            <a:r>
              <a:rPr sz="2000" dirty="0">
                <a:latin typeface="Lucida Sans Unicode"/>
                <a:cs typeface="Lucida Sans Unicode"/>
              </a:rPr>
              <a:t>s</a:t>
            </a:r>
            <a:r>
              <a:rPr sz="2000" spc="-260" dirty="0">
                <a:latin typeface="Lucida Sans Unicode"/>
                <a:cs typeface="Lucida Sans Unicode"/>
              </a:rPr>
              <a:t> </a:t>
            </a:r>
            <a:r>
              <a:rPr sz="2000" spc="120" dirty="0">
                <a:latin typeface="Lucida Sans Unicode"/>
                <a:cs typeface="Lucida Sans Unicode"/>
              </a:rPr>
              <a:t>e</a:t>
            </a:r>
            <a:r>
              <a:rPr sz="2000" spc="-260" dirty="0">
                <a:latin typeface="Lucida Sans Unicode"/>
                <a:cs typeface="Lucida Sans Unicode"/>
              </a:rPr>
              <a:t> </a:t>
            </a:r>
            <a:r>
              <a:rPr sz="2000" dirty="0">
                <a:latin typeface="Lucida Sans Unicode"/>
                <a:cs typeface="Lucida Sans Unicode"/>
              </a:rPr>
              <a:t>n</a:t>
            </a:r>
            <a:r>
              <a:rPr sz="2000" spc="-260" dirty="0">
                <a:latin typeface="Lucida Sans Unicode"/>
                <a:cs typeface="Lucida Sans Unicode"/>
              </a:rPr>
              <a:t> </a:t>
            </a:r>
            <a:r>
              <a:rPr sz="2000" spc="-30" dirty="0">
                <a:latin typeface="Lucida Sans Unicode"/>
                <a:cs typeface="Lucida Sans Unicode"/>
              </a:rPr>
              <a:t>t</a:t>
            </a:r>
            <a:r>
              <a:rPr sz="2000" spc="-265" dirty="0">
                <a:latin typeface="Lucida Sans Unicode"/>
                <a:cs typeface="Lucida Sans Unicode"/>
              </a:rPr>
              <a:t> </a:t>
            </a:r>
            <a:r>
              <a:rPr sz="2000" spc="190" dirty="0">
                <a:latin typeface="Lucida Sans Unicode"/>
                <a:cs typeface="Lucida Sans Unicode"/>
              </a:rPr>
              <a:t>a</a:t>
            </a:r>
            <a:r>
              <a:rPr sz="2000" dirty="0">
                <a:latin typeface="Lucida Sans Unicode"/>
                <a:cs typeface="Lucida Sans Unicode"/>
              </a:rPr>
              <a:t>	</a:t>
            </a:r>
            <a:r>
              <a:rPr sz="2000" spc="-95" dirty="0">
                <a:latin typeface="Lucida Sans Unicode"/>
                <a:cs typeface="Lucida Sans Unicode"/>
              </a:rPr>
              <a:t>l</a:t>
            </a:r>
            <a:r>
              <a:rPr sz="2000" spc="-265" dirty="0">
                <a:latin typeface="Lucida Sans Unicode"/>
                <a:cs typeface="Lucida Sans Unicode"/>
              </a:rPr>
              <a:t> </a:t>
            </a:r>
            <a:r>
              <a:rPr sz="2000" spc="190" dirty="0">
                <a:latin typeface="Lucida Sans Unicode"/>
                <a:cs typeface="Lucida Sans Unicode"/>
              </a:rPr>
              <a:t>a </a:t>
            </a:r>
            <a:r>
              <a:rPr sz="2000" spc="85" dirty="0">
                <a:latin typeface="Lucida Sans Unicode"/>
                <a:cs typeface="Lucida Sans Unicode"/>
              </a:rPr>
              <a:t>p</a:t>
            </a:r>
            <a:r>
              <a:rPr sz="2000" spc="-250" dirty="0">
                <a:latin typeface="Lucida Sans Unicode"/>
                <a:cs typeface="Lucida Sans Unicode"/>
              </a:rPr>
              <a:t> </a:t>
            </a:r>
            <a:r>
              <a:rPr sz="2000" spc="-80" dirty="0">
                <a:latin typeface="Lucida Sans Unicode"/>
                <a:cs typeface="Lucida Sans Unicode"/>
              </a:rPr>
              <a:t>r</a:t>
            </a:r>
            <a:r>
              <a:rPr sz="2000" spc="-250" dirty="0">
                <a:latin typeface="Lucida Sans Unicode"/>
                <a:cs typeface="Lucida Sans Unicode"/>
              </a:rPr>
              <a:t> </a:t>
            </a:r>
            <a:r>
              <a:rPr sz="2000" dirty="0">
                <a:latin typeface="Lucida Sans Unicode"/>
                <a:cs typeface="Lucida Sans Unicode"/>
              </a:rPr>
              <a:t>o</a:t>
            </a:r>
            <a:r>
              <a:rPr sz="2000" spc="-250" dirty="0">
                <a:latin typeface="Lucida Sans Unicode"/>
                <a:cs typeface="Lucida Sans Unicode"/>
              </a:rPr>
              <a:t> </a:t>
            </a:r>
            <a:r>
              <a:rPr sz="2000" spc="85" dirty="0">
                <a:latin typeface="Lucida Sans Unicode"/>
                <a:cs typeface="Lucida Sans Unicode"/>
              </a:rPr>
              <a:t>p</a:t>
            </a:r>
            <a:r>
              <a:rPr sz="2000" spc="-250" dirty="0">
                <a:latin typeface="Lucida Sans Unicode"/>
                <a:cs typeface="Lucida Sans Unicode"/>
              </a:rPr>
              <a:t> </a:t>
            </a:r>
            <a:r>
              <a:rPr sz="2000" dirty="0">
                <a:latin typeface="Lucida Sans Unicode"/>
                <a:cs typeface="Lucida Sans Unicode"/>
              </a:rPr>
              <a:t>o</a:t>
            </a:r>
            <a:r>
              <a:rPr sz="2000" spc="-250" dirty="0">
                <a:latin typeface="Lucida Sans Unicode"/>
                <a:cs typeface="Lucida Sans Unicode"/>
              </a:rPr>
              <a:t> </a:t>
            </a:r>
            <a:r>
              <a:rPr sz="2000" spc="-80" dirty="0">
                <a:latin typeface="Lucida Sans Unicode"/>
                <a:cs typeface="Lucida Sans Unicode"/>
              </a:rPr>
              <a:t>r</a:t>
            </a:r>
            <a:r>
              <a:rPr sz="2000" spc="-250" dirty="0">
                <a:latin typeface="Lucida Sans Unicode"/>
                <a:cs typeface="Lucida Sans Unicode"/>
              </a:rPr>
              <a:t> </a:t>
            </a:r>
            <a:r>
              <a:rPr sz="2000" spc="180" dirty="0">
                <a:latin typeface="Lucida Sans Unicode"/>
                <a:cs typeface="Lucida Sans Unicode"/>
              </a:rPr>
              <a:t>c</a:t>
            </a:r>
            <a:r>
              <a:rPr sz="2000" spc="-250" dirty="0">
                <a:latin typeface="Lucida Sans Unicode"/>
                <a:cs typeface="Lucida Sans Unicode"/>
              </a:rPr>
              <a:t> </a:t>
            </a:r>
            <a:r>
              <a:rPr sz="2000" spc="-95" dirty="0">
                <a:latin typeface="Lucida Sans Unicode"/>
                <a:cs typeface="Lucida Sans Unicode"/>
              </a:rPr>
              <a:t>i</a:t>
            </a:r>
            <a:r>
              <a:rPr sz="2000" spc="-250" dirty="0">
                <a:latin typeface="Lucida Sans Unicode"/>
                <a:cs typeface="Lucida Sans Unicode"/>
              </a:rPr>
              <a:t> </a:t>
            </a:r>
            <a:r>
              <a:rPr sz="2000" dirty="0">
                <a:latin typeface="Lucida Sans Unicode"/>
                <a:cs typeface="Lucida Sans Unicode"/>
              </a:rPr>
              <a:t>ó</a:t>
            </a:r>
            <a:r>
              <a:rPr sz="2000" spc="-250" dirty="0">
                <a:latin typeface="Lucida Sans Unicode"/>
                <a:cs typeface="Lucida Sans Unicode"/>
              </a:rPr>
              <a:t> </a:t>
            </a:r>
            <a:r>
              <a:rPr sz="2000" spc="-50" dirty="0">
                <a:latin typeface="Lucida Sans Unicode"/>
                <a:cs typeface="Lucida Sans Unicode"/>
              </a:rPr>
              <a:t>n</a:t>
            </a:r>
            <a:r>
              <a:rPr sz="200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70" dirty="0">
                <a:latin typeface="Lucida Sans Unicode"/>
                <a:cs typeface="Lucida Sans Unicode"/>
              </a:rPr>
              <a:t>e</a:t>
            </a:r>
            <a:endParaRPr sz="2000">
              <a:latin typeface="Lucida Sans Unicode"/>
              <a:cs typeface="Lucida Sans Unicode"/>
            </a:endParaRPr>
          </a:p>
        </p:txBody>
      </p:sp>
      <p:sp>
        <p:nvSpPr>
          <p:cNvPr id="72" name="object 72"/>
          <p:cNvSpPr txBox="1"/>
          <p:nvPr/>
        </p:nvSpPr>
        <p:spPr>
          <a:xfrm>
            <a:off x="12554963" y="3460584"/>
            <a:ext cx="3855085" cy="330200"/>
          </a:xfrm>
          <a:prstGeom prst="rect">
            <a:avLst/>
          </a:prstGeom>
        </p:spPr>
        <p:txBody>
          <a:bodyPr vert="horz" wrap="square" lIns="0" tIns="12700" rIns="0" bIns="0" rtlCol="0">
            <a:spAutoFit/>
          </a:bodyPr>
          <a:lstStyle/>
          <a:p>
            <a:pPr marL="12700">
              <a:lnSpc>
                <a:spcPct val="100000"/>
              </a:lnSpc>
              <a:spcBef>
                <a:spcPts val="100"/>
              </a:spcBef>
              <a:tabLst>
                <a:tab pos="1731010" algn="l"/>
                <a:tab pos="3670300" algn="l"/>
              </a:tabLst>
            </a:pPr>
            <a:r>
              <a:rPr sz="2000" spc="-80" dirty="0">
                <a:latin typeface="Lucida Sans Unicode"/>
                <a:cs typeface="Lucida Sans Unicode"/>
              </a:rPr>
              <a:t>r</a:t>
            </a:r>
            <a:r>
              <a:rPr sz="2000" spc="-260" dirty="0">
                <a:latin typeface="Lucida Sans Unicode"/>
                <a:cs typeface="Lucida Sans Unicode"/>
              </a:rPr>
              <a:t> </a:t>
            </a:r>
            <a:r>
              <a:rPr sz="2000" spc="120" dirty="0">
                <a:latin typeface="Lucida Sans Unicode"/>
                <a:cs typeface="Lucida Sans Unicode"/>
              </a:rPr>
              <a:t>e</a:t>
            </a:r>
            <a:r>
              <a:rPr sz="2000" spc="-260" dirty="0">
                <a:latin typeface="Lucida Sans Unicode"/>
                <a:cs typeface="Lucida Sans Unicode"/>
              </a:rPr>
              <a:t> </a:t>
            </a:r>
            <a:r>
              <a:rPr sz="2000" spc="100" dirty="0">
                <a:latin typeface="Lucida Sans Unicode"/>
                <a:cs typeface="Lucida Sans Unicode"/>
              </a:rPr>
              <a:t>g</a:t>
            </a:r>
            <a:r>
              <a:rPr sz="2000" spc="-260" dirty="0">
                <a:latin typeface="Lucida Sans Unicode"/>
                <a:cs typeface="Lucida Sans Unicode"/>
              </a:rPr>
              <a:t> </a:t>
            </a:r>
            <a:r>
              <a:rPr sz="2000" spc="-95" dirty="0">
                <a:latin typeface="Lucida Sans Unicode"/>
                <a:cs typeface="Lucida Sans Unicode"/>
              </a:rPr>
              <a:t>i</a:t>
            </a:r>
            <a:r>
              <a:rPr sz="2000" spc="-254" dirty="0">
                <a:latin typeface="Lucida Sans Unicode"/>
                <a:cs typeface="Lucida Sans Unicode"/>
              </a:rPr>
              <a:t> </a:t>
            </a:r>
            <a:r>
              <a:rPr sz="2000" dirty="0">
                <a:latin typeface="Lucida Sans Unicode"/>
                <a:cs typeface="Lucida Sans Unicode"/>
              </a:rPr>
              <a:t>s</a:t>
            </a:r>
            <a:r>
              <a:rPr sz="2000" spc="-260" dirty="0">
                <a:latin typeface="Lucida Sans Unicode"/>
                <a:cs typeface="Lucida Sans Unicode"/>
              </a:rPr>
              <a:t> </a:t>
            </a:r>
            <a:r>
              <a:rPr sz="2000" spc="-30" dirty="0">
                <a:latin typeface="Lucida Sans Unicode"/>
                <a:cs typeface="Lucida Sans Unicode"/>
              </a:rPr>
              <a:t>t</a:t>
            </a:r>
            <a:r>
              <a:rPr sz="2000" spc="-260" dirty="0">
                <a:latin typeface="Lucida Sans Unicode"/>
                <a:cs typeface="Lucida Sans Unicode"/>
              </a:rPr>
              <a:t> </a:t>
            </a:r>
            <a:r>
              <a:rPr sz="2000" spc="-80" dirty="0">
                <a:latin typeface="Lucida Sans Unicode"/>
                <a:cs typeface="Lucida Sans Unicode"/>
              </a:rPr>
              <a:t>r</a:t>
            </a:r>
            <a:r>
              <a:rPr sz="2000" spc="-254" dirty="0">
                <a:latin typeface="Lucida Sans Unicode"/>
                <a:cs typeface="Lucida Sans Unicode"/>
              </a:rPr>
              <a:t> </a:t>
            </a:r>
            <a:r>
              <a:rPr sz="2000" dirty="0">
                <a:latin typeface="Lucida Sans Unicode"/>
                <a:cs typeface="Lucida Sans Unicode"/>
              </a:rPr>
              <a:t>o</a:t>
            </a:r>
            <a:r>
              <a:rPr sz="2000" spc="-260" dirty="0">
                <a:latin typeface="Lucida Sans Unicode"/>
                <a:cs typeface="Lucida Sans Unicode"/>
              </a:rPr>
              <a:t> </a:t>
            </a:r>
            <a:r>
              <a:rPr sz="2000" spc="-50" dirty="0">
                <a:latin typeface="Lucida Sans Unicode"/>
                <a:cs typeface="Lucida Sans Unicode"/>
              </a:rPr>
              <a:t>s</a:t>
            </a:r>
            <a:r>
              <a:rPr sz="2000" dirty="0">
                <a:latin typeface="Lucida Sans Unicode"/>
                <a:cs typeface="Lucida Sans Unicode"/>
              </a:rPr>
              <a:t>	</a:t>
            </a:r>
            <a:r>
              <a:rPr sz="2000" spc="240" dirty="0">
                <a:latin typeface="Lucida Sans Unicode"/>
                <a:cs typeface="Lucida Sans Unicode"/>
              </a:rPr>
              <a:t>a</a:t>
            </a:r>
            <a:r>
              <a:rPr sz="2000" spc="-254" dirty="0">
                <a:latin typeface="Lucida Sans Unicode"/>
                <a:cs typeface="Lucida Sans Unicode"/>
              </a:rPr>
              <a:t> </a:t>
            </a:r>
            <a:r>
              <a:rPr sz="2000" dirty="0">
                <a:latin typeface="Lucida Sans Unicode"/>
                <a:cs typeface="Lucida Sans Unicode"/>
              </a:rPr>
              <a:t>s</a:t>
            </a:r>
            <a:r>
              <a:rPr sz="2000" spc="-254" dirty="0">
                <a:latin typeface="Lucida Sans Unicode"/>
                <a:cs typeface="Lucida Sans Unicode"/>
              </a:rPr>
              <a:t> </a:t>
            </a:r>
            <a:r>
              <a:rPr sz="2000" dirty="0">
                <a:latin typeface="Lucida Sans Unicode"/>
                <a:cs typeface="Lucida Sans Unicode"/>
              </a:rPr>
              <a:t>o</a:t>
            </a:r>
            <a:r>
              <a:rPr sz="2000" spc="-254" dirty="0">
                <a:latin typeface="Lucida Sans Unicode"/>
                <a:cs typeface="Lucida Sans Unicode"/>
              </a:rPr>
              <a:t> </a:t>
            </a:r>
            <a:r>
              <a:rPr sz="2000" spc="180" dirty="0">
                <a:latin typeface="Lucida Sans Unicode"/>
                <a:cs typeface="Lucida Sans Unicode"/>
              </a:rPr>
              <a:t>c</a:t>
            </a:r>
            <a:r>
              <a:rPr sz="2000" spc="-254" dirty="0">
                <a:latin typeface="Lucida Sans Unicode"/>
                <a:cs typeface="Lucida Sans Unicode"/>
              </a:rPr>
              <a:t> </a:t>
            </a:r>
            <a:r>
              <a:rPr sz="2000" spc="-95" dirty="0">
                <a:latin typeface="Lucida Sans Unicode"/>
                <a:cs typeface="Lucida Sans Unicode"/>
              </a:rPr>
              <a:t>i</a:t>
            </a:r>
            <a:r>
              <a:rPr sz="2000" spc="-250" dirty="0">
                <a:latin typeface="Lucida Sans Unicode"/>
                <a:cs typeface="Lucida Sans Unicode"/>
              </a:rPr>
              <a:t> </a:t>
            </a:r>
            <a:r>
              <a:rPr sz="2000" spc="240" dirty="0">
                <a:latin typeface="Lucida Sans Unicode"/>
                <a:cs typeface="Lucida Sans Unicode"/>
              </a:rPr>
              <a:t>a</a:t>
            </a:r>
            <a:r>
              <a:rPr sz="2000" spc="-254" dirty="0">
                <a:latin typeface="Lucida Sans Unicode"/>
                <a:cs typeface="Lucida Sans Unicode"/>
              </a:rPr>
              <a:t> </a:t>
            </a:r>
            <a:r>
              <a:rPr sz="2000" spc="85" dirty="0">
                <a:latin typeface="Lucida Sans Unicode"/>
                <a:cs typeface="Lucida Sans Unicode"/>
              </a:rPr>
              <a:t>d</a:t>
            </a:r>
            <a:r>
              <a:rPr sz="2000" spc="-254" dirty="0">
                <a:latin typeface="Lucida Sans Unicode"/>
                <a:cs typeface="Lucida Sans Unicode"/>
              </a:rPr>
              <a:t> </a:t>
            </a:r>
            <a:r>
              <a:rPr sz="2000" dirty="0">
                <a:latin typeface="Lucida Sans Unicode"/>
                <a:cs typeface="Lucida Sans Unicode"/>
              </a:rPr>
              <a:t>o</a:t>
            </a:r>
            <a:r>
              <a:rPr sz="2000" spc="-254" dirty="0">
                <a:latin typeface="Lucida Sans Unicode"/>
                <a:cs typeface="Lucida Sans Unicode"/>
              </a:rPr>
              <a:t> </a:t>
            </a:r>
            <a:r>
              <a:rPr sz="2000" spc="-50" dirty="0">
                <a:latin typeface="Lucida Sans Unicode"/>
                <a:cs typeface="Lucida Sans Unicode"/>
              </a:rPr>
              <a:t>s</a:t>
            </a:r>
            <a:r>
              <a:rPr sz="2000" dirty="0">
                <a:latin typeface="Lucida Sans Unicode"/>
                <a:cs typeface="Lucida Sans Unicode"/>
              </a:rPr>
              <a:t>	</a:t>
            </a:r>
            <a:r>
              <a:rPr sz="2000" spc="190" dirty="0">
                <a:latin typeface="Lucida Sans Unicode"/>
                <a:cs typeface="Lucida Sans Unicode"/>
              </a:rPr>
              <a:t>a</a:t>
            </a:r>
            <a:endParaRPr sz="2000">
              <a:latin typeface="Lucida Sans Unicode"/>
              <a:cs typeface="Lucida Sans Unicode"/>
            </a:endParaRPr>
          </a:p>
        </p:txBody>
      </p:sp>
      <p:grpSp>
        <p:nvGrpSpPr>
          <p:cNvPr id="73" name="object 73"/>
          <p:cNvGrpSpPr/>
          <p:nvPr/>
        </p:nvGrpSpPr>
        <p:grpSpPr>
          <a:xfrm>
            <a:off x="9640023" y="4593995"/>
            <a:ext cx="85725" cy="2085975"/>
            <a:chOff x="9640023" y="4593995"/>
            <a:chExt cx="85725" cy="2085975"/>
          </a:xfrm>
        </p:grpSpPr>
        <p:pic>
          <p:nvPicPr>
            <p:cNvPr id="74" name="object 74"/>
            <p:cNvPicPr/>
            <p:nvPr/>
          </p:nvPicPr>
          <p:blipFill>
            <a:blip r:embed="rId18" cstate="print"/>
            <a:stretch>
              <a:fillRect/>
            </a:stretch>
          </p:blipFill>
          <p:spPr>
            <a:xfrm>
              <a:off x="9640023" y="4593995"/>
              <a:ext cx="85725" cy="85724"/>
            </a:xfrm>
            <a:prstGeom prst="rect">
              <a:avLst/>
            </a:prstGeom>
          </p:spPr>
        </p:pic>
        <p:pic>
          <p:nvPicPr>
            <p:cNvPr id="75" name="object 75"/>
            <p:cNvPicPr/>
            <p:nvPr/>
          </p:nvPicPr>
          <p:blipFill>
            <a:blip r:embed="rId18" cstate="print"/>
            <a:stretch>
              <a:fillRect/>
            </a:stretch>
          </p:blipFill>
          <p:spPr>
            <a:xfrm>
              <a:off x="9640023" y="6594244"/>
              <a:ext cx="85725" cy="85724"/>
            </a:xfrm>
            <a:prstGeom prst="rect">
              <a:avLst/>
            </a:prstGeom>
          </p:spPr>
        </p:pic>
      </p:grpSp>
      <p:sp>
        <p:nvSpPr>
          <p:cNvPr id="76" name="object 76"/>
          <p:cNvSpPr txBox="1"/>
          <p:nvPr/>
        </p:nvSpPr>
        <p:spPr>
          <a:xfrm>
            <a:off x="9868573" y="3765307"/>
            <a:ext cx="6541770" cy="4359275"/>
          </a:xfrm>
          <a:prstGeom prst="rect">
            <a:avLst/>
          </a:prstGeom>
        </p:spPr>
        <p:txBody>
          <a:bodyPr vert="horz" wrap="square" lIns="0" tIns="12700" rIns="0" bIns="0" rtlCol="0">
            <a:spAutoFit/>
          </a:bodyPr>
          <a:lstStyle/>
          <a:p>
            <a:pPr marL="12700" marR="5080" algn="just">
              <a:lnSpc>
                <a:spcPct val="109400"/>
              </a:lnSpc>
              <a:spcBef>
                <a:spcPts val="100"/>
              </a:spcBef>
            </a:pPr>
            <a:r>
              <a:rPr sz="2000" spc="180" dirty="0">
                <a:latin typeface="Lucida Sans Unicode"/>
                <a:cs typeface="Lucida Sans Unicode"/>
              </a:rPr>
              <a:t>c</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240" dirty="0">
                <a:latin typeface="Lucida Sans Unicode"/>
                <a:cs typeface="Lucida Sans Unicode"/>
              </a:rPr>
              <a:t>a</a:t>
            </a:r>
            <a:r>
              <a:rPr sz="2000" spc="2885"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0" dirty="0">
                <a:latin typeface="Lucida Sans Unicode"/>
                <a:cs typeface="Lucida Sans Unicode"/>
              </a:rPr>
              <a:t>v</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90" dirty="0">
                <a:latin typeface="Lucida Sans Unicode"/>
                <a:cs typeface="Lucida Sans Unicode"/>
              </a:rPr>
              <a:t>l</a:t>
            </a:r>
            <a:r>
              <a:rPr sz="2000" spc="2885"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2885"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45" dirty="0">
                <a:latin typeface="Lucida Sans Unicode"/>
                <a:cs typeface="Lucida Sans Unicode"/>
              </a:rPr>
              <a:t>ó</a:t>
            </a:r>
            <a:r>
              <a:rPr sz="2000" spc="-270" dirty="0">
                <a:latin typeface="Lucida Sans Unicode"/>
                <a:cs typeface="Lucida Sans Unicode"/>
              </a:rPr>
              <a:t> </a:t>
            </a:r>
            <a:r>
              <a:rPr sz="2000" spc="35" dirty="0">
                <a:latin typeface="Lucida Sans Unicode"/>
                <a:cs typeface="Lucida Sans Unicode"/>
              </a:rPr>
              <a:t>n</a:t>
            </a:r>
            <a:r>
              <a:rPr sz="2000" spc="2885"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10" dirty="0">
                <a:latin typeface="Lucida Sans Unicode"/>
                <a:cs typeface="Lucida Sans Unicode"/>
              </a:rPr>
              <a:t>e</a:t>
            </a:r>
            <a:r>
              <a:rPr sz="2000" spc="70"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45" dirty="0">
                <a:latin typeface="Lucida Sans Unicode"/>
                <a:cs typeface="Lucida Sans Unicode"/>
              </a:rPr>
              <a:t>ó</a:t>
            </a:r>
            <a:r>
              <a:rPr sz="2000" spc="-270" dirty="0">
                <a:latin typeface="Lucida Sans Unicode"/>
                <a:cs typeface="Lucida Sans Unicode"/>
              </a:rPr>
              <a:t> x </a:t>
            </a:r>
            <a:r>
              <a:rPr sz="2000" spc="-90" dirty="0">
                <a:latin typeface="Lucida Sans Unicode"/>
                <a:cs typeface="Lucida Sans Unicode"/>
              </a:rPr>
              <a:t>i</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45" dirty="0">
                <a:latin typeface="Lucida Sans Unicode"/>
                <a:cs typeface="Lucida Sans Unicode"/>
              </a:rPr>
              <a:t>o</a:t>
            </a:r>
            <a:r>
              <a:rPr sz="2000" spc="63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63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85" dirty="0">
                <a:latin typeface="Lucida Sans Unicode"/>
                <a:cs typeface="Lucida Sans Unicode"/>
              </a:rPr>
              <a:t>b</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45" dirty="0">
                <a:latin typeface="Lucida Sans Unicode"/>
                <a:cs typeface="Lucida Sans Unicode"/>
              </a:rPr>
              <a:t>o</a:t>
            </a:r>
            <a:r>
              <a:rPr sz="2000" spc="630" dirty="0">
                <a:latin typeface="Lucida Sans Unicode"/>
                <a:cs typeface="Lucida Sans Unicode"/>
              </a:rPr>
              <a:t> </a:t>
            </a:r>
            <a:r>
              <a:rPr sz="2000" spc="250" dirty="0">
                <a:latin typeface="Lucida Sans Unicode"/>
                <a:cs typeface="Lucida Sans Unicode"/>
              </a:rPr>
              <a:t>(</a:t>
            </a:r>
            <a:r>
              <a:rPr sz="2000" spc="-270" dirty="0">
                <a:latin typeface="Lucida Sans Unicode"/>
                <a:cs typeface="Lucida Sans Unicode"/>
              </a:rPr>
              <a:t> </a:t>
            </a:r>
            <a:r>
              <a:rPr sz="2000" spc="150" dirty="0">
                <a:latin typeface="Lucida Sans Unicode"/>
                <a:cs typeface="Lucida Sans Unicode"/>
              </a:rPr>
              <a:t>C</a:t>
            </a:r>
            <a:r>
              <a:rPr sz="2000" spc="-270" dirty="0">
                <a:latin typeface="Lucida Sans Unicode"/>
                <a:cs typeface="Lucida Sans Unicode"/>
              </a:rPr>
              <a:t> </a:t>
            </a:r>
            <a:r>
              <a:rPr sz="2000" spc="15" dirty="0">
                <a:latin typeface="Lucida Sans Unicode"/>
                <a:cs typeface="Lucida Sans Unicode"/>
              </a:rPr>
              <a:t>O</a:t>
            </a:r>
            <a:r>
              <a:rPr sz="2000" spc="-270" dirty="0">
                <a:latin typeface="Lucida Sans Unicode"/>
                <a:cs typeface="Lucida Sans Unicode"/>
              </a:rPr>
              <a:t> </a:t>
            </a:r>
            <a:r>
              <a:rPr sz="2000" spc="250" dirty="0">
                <a:latin typeface="Lucida Sans Unicode"/>
                <a:cs typeface="Lucida Sans Unicode"/>
              </a:rPr>
              <a:t>)</a:t>
            </a:r>
            <a:r>
              <a:rPr sz="2000" spc="-270" dirty="0">
                <a:latin typeface="Lucida Sans Unicode"/>
                <a:cs typeface="Lucida Sans Unicode"/>
              </a:rPr>
              <a:t> </a:t>
            </a:r>
            <a:r>
              <a:rPr sz="2000" spc="-225" dirty="0">
                <a:latin typeface="Lucida Sans Unicode"/>
                <a:cs typeface="Lucida Sans Unicode"/>
              </a:rPr>
              <a:t>.</a:t>
            </a:r>
            <a:endParaRPr sz="2000">
              <a:latin typeface="Lucida Sans Unicode"/>
              <a:cs typeface="Lucida Sans Unicode"/>
            </a:endParaRPr>
          </a:p>
          <a:p>
            <a:pPr marL="12700" marR="5080" algn="just">
              <a:lnSpc>
                <a:spcPct val="109400"/>
              </a:lnSpc>
            </a:pPr>
            <a:r>
              <a:rPr sz="2000" spc="95" dirty="0">
                <a:latin typeface="Lucida Sans Unicode"/>
                <a:cs typeface="Lucida Sans Unicode"/>
              </a:rPr>
              <a:t>S</a:t>
            </a:r>
            <a:r>
              <a:rPr sz="2000" spc="-270" dirty="0">
                <a:latin typeface="Lucida Sans Unicode"/>
                <a:cs typeface="Lucida Sans Unicode"/>
              </a:rPr>
              <a:t> </a:t>
            </a:r>
            <a:r>
              <a:rPr sz="2000" spc="120" dirty="0">
                <a:latin typeface="Lucida Sans Unicode"/>
                <a:cs typeface="Lucida Sans Unicode"/>
              </a:rPr>
              <a:t>e</a:t>
            </a:r>
            <a:r>
              <a:rPr sz="2000" spc="1855"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85" dirty="0">
                <a:latin typeface="Lucida Sans Unicode"/>
                <a:cs typeface="Lucida Sans Unicode"/>
              </a:rPr>
              <a:t>b</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80" dirty="0">
                <a:latin typeface="Lucida Sans Unicode"/>
                <a:cs typeface="Lucida Sans Unicode"/>
              </a:rPr>
              <a:t>v</a:t>
            </a:r>
            <a:r>
              <a:rPr sz="2000" spc="-270" dirty="0">
                <a:latin typeface="Lucida Sans Unicode"/>
                <a:cs typeface="Lucida Sans Unicode"/>
              </a:rPr>
              <a:t> </a:t>
            </a:r>
            <a:r>
              <a:rPr sz="2000" spc="240" dirty="0">
                <a:latin typeface="Lucida Sans Unicode"/>
                <a:cs typeface="Lucida Sans Unicode"/>
              </a:rPr>
              <a:t>a</a:t>
            </a:r>
            <a:r>
              <a:rPr sz="2000" spc="1855"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240" dirty="0">
                <a:latin typeface="Lucida Sans Unicode"/>
                <a:cs typeface="Lucida Sans Unicode"/>
              </a:rPr>
              <a:t>a</a:t>
            </a:r>
            <a:r>
              <a:rPr sz="2000" spc="1855"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240" dirty="0">
                <a:latin typeface="Lucida Sans Unicode"/>
                <a:cs typeface="Lucida Sans Unicode"/>
              </a:rPr>
              <a:t>a</a:t>
            </a:r>
            <a:r>
              <a:rPr sz="2000" spc="1855"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295" dirty="0">
                <a:latin typeface="Lucida Sans Unicode"/>
                <a:cs typeface="Lucida Sans Unicode"/>
              </a:rPr>
              <a:t>l</a:t>
            </a:r>
            <a:r>
              <a:rPr sz="2000" spc="-10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0" dirty="0">
                <a:latin typeface="Lucida Sans Unicode"/>
                <a:cs typeface="Lucida Sans Unicode"/>
              </a:rPr>
              <a:t>v</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90" dirty="0">
                <a:latin typeface="Lucida Sans Unicode"/>
                <a:cs typeface="Lucida Sans Unicode"/>
              </a:rPr>
              <a:t>l</a:t>
            </a:r>
            <a:r>
              <a:rPr sz="2000" spc="1335" dirty="0">
                <a:latin typeface="Lucida Sans Unicode"/>
                <a:cs typeface="Lucida Sans Unicode"/>
              </a:rPr>
              <a:t> </a:t>
            </a:r>
            <a:r>
              <a:rPr sz="2000" spc="5" dirty="0">
                <a:latin typeface="Lucida Sans Unicode"/>
                <a:cs typeface="Lucida Sans Unicode"/>
              </a:rPr>
              <a:t>“</a:t>
            </a:r>
            <a:r>
              <a:rPr sz="2000" spc="-270" dirty="0">
                <a:latin typeface="Lucida Sans Unicode"/>
                <a:cs typeface="Lucida Sans Unicode"/>
              </a:rPr>
              <a:t> </a:t>
            </a:r>
            <a:r>
              <a:rPr sz="2000" spc="65" dirty="0">
                <a:latin typeface="Lucida Sans Unicode"/>
                <a:cs typeface="Lucida Sans Unicode"/>
              </a:rPr>
              <a:t>B</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25" dirty="0">
                <a:latin typeface="Lucida Sans Unicode"/>
                <a:cs typeface="Lucida Sans Unicode"/>
              </a:rPr>
              <a:t>j</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5" dirty="0">
                <a:latin typeface="Lucida Sans Unicode"/>
                <a:cs typeface="Lucida Sans Unicode"/>
              </a:rPr>
              <a:t>”</a:t>
            </a:r>
            <a:r>
              <a:rPr sz="2000" spc="-270" dirty="0">
                <a:latin typeface="Lucida Sans Unicode"/>
                <a:cs typeface="Lucida Sans Unicode"/>
              </a:rPr>
              <a:t> </a:t>
            </a:r>
            <a:r>
              <a:rPr sz="2000" spc="-245" dirty="0">
                <a:latin typeface="Lucida Sans Unicode"/>
                <a:cs typeface="Lucida Sans Unicode"/>
              </a:rPr>
              <a:t>,</a:t>
            </a:r>
            <a:r>
              <a:rPr sz="2000" spc="1335"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0" dirty="0">
                <a:latin typeface="Lucida Sans Unicode"/>
                <a:cs typeface="Lucida Sans Unicode"/>
              </a:rPr>
              <a:t>g</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45" dirty="0">
                <a:latin typeface="Lucida Sans Unicode"/>
                <a:cs typeface="Lucida Sans Unicode"/>
              </a:rPr>
              <a:t>o</a:t>
            </a:r>
            <a:r>
              <a:rPr sz="2000" spc="1335"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75" dirty="0">
                <a:latin typeface="Lucida Sans Unicode"/>
                <a:cs typeface="Lucida Sans Unicode"/>
              </a:rPr>
              <a:t>r</a:t>
            </a:r>
            <a:r>
              <a:rPr sz="2000" spc="1335"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10" dirty="0">
                <a:latin typeface="Lucida Sans Unicode"/>
                <a:cs typeface="Lucida Sans Unicode"/>
              </a:rPr>
              <a:t>s</a:t>
            </a:r>
            <a:r>
              <a:rPr sz="2000" spc="1335"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0" dirty="0">
                <a:latin typeface="Lucida Sans Unicode"/>
                <a:cs typeface="Lucida Sans Unicode"/>
              </a:rPr>
              <a:t>v</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80" dirty="0">
                <a:latin typeface="Lucida Sans Unicode"/>
                <a:cs typeface="Lucida Sans Unicode"/>
              </a:rPr>
              <a:t>s</a:t>
            </a:r>
            <a:r>
              <a:rPr sz="2000" spc="5" dirty="0">
                <a:latin typeface="Lucida Sans Unicode"/>
                <a:cs typeface="Lucida Sans Unicode"/>
              </a:rPr>
              <a:t> “</a:t>
            </a:r>
            <a:r>
              <a:rPr sz="2000" spc="-270" dirty="0">
                <a:latin typeface="Lucida Sans Unicode"/>
                <a:cs typeface="Lucida Sans Unicode"/>
              </a:rPr>
              <a:t> </a:t>
            </a:r>
            <a:r>
              <a:rPr sz="2000" spc="-20" dirty="0">
                <a:latin typeface="Lucida Sans Unicode"/>
                <a:cs typeface="Lucida Sans Unicode"/>
              </a:rPr>
              <a:t>M</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5" dirty="0">
                <a:latin typeface="Lucida Sans Unicode"/>
                <a:cs typeface="Lucida Sans Unicode"/>
              </a:rPr>
              <a:t>”</a:t>
            </a:r>
            <a:r>
              <a:rPr sz="2000" spc="770" dirty="0">
                <a:latin typeface="Lucida Sans Unicode"/>
                <a:cs typeface="Lucida Sans Unicode"/>
              </a:rPr>
              <a:t> </a:t>
            </a:r>
            <a:r>
              <a:rPr sz="2000" spc="70" dirty="0">
                <a:latin typeface="Lucida Sans Unicode"/>
                <a:cs typeface="Lucida Sans Unicode"/>
              </a:rPr>
              <a:t>y</a:t>
            </a:r>
            <a:r>
              <a:rPr sz="2000" spc="770" dirty="0">
                <a:latin typeface="Lucida Sans Unicode"/>
                <a:cs typeface="Lucida Sans Unicode"/>
              </a:rPr>
              <a:t> </a:t>
            </a:r>
            <a:r>
              <a:rPr sz="2000" spc="5" dirty="0">
                <a:latin typeface="Lucida Sans Unicode"/>
                <a:cs typeface="Lucida Sans Unicode"/>
              </a:rPr>
              <a:t>“</a:t>
            </a:r>
            <a:r>
              <a:rPr sz="2000" spc="-270" dirty="0">
                <a:latin typeface="Lucida Sans Unicode"/>
                <a:cs typeface="Lucida Sans Unicode"/>
              </a:rPr>
              <a:t> </a:t>
            </a:r>
            <a:r>
              <a:rPr sz="2000" spc="-30" dirty="0">
                <a:latin typeface="Lucida Sans Unicode"/>
                <a:cs typeface="Lucida Sans Unicode"/>
              </a:rPr>
              <a:t>A</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5" dirty="0">
                <a:latin typeface="Lucida Sans Unicode"/>
                <a:cs typeface="Lucida Sans Unicode"/>
              </a:rPr>
              <a:t>”</a:t>
            </a:r>
            <a:r>
              <a:rPr sz="2000" spc="-270" dirty="0">
                <a:latin typeface="Lucida Sans Unicode"/>
                <a:cs typeface="Lucida Sans Unicode"/>
              </a:rPr>
              <a:t> </a:t>
            </a:r>
            <a:r>
              <a:rPr sz="2000" spc="-245" dirty="0">
                <a:latin typeface="Lucida Sans Unicode"/>
                <a:cs typeface="Lucida Sans Unicode"/>
              </a:rPr>
              <a:t>,</a:t>
            </a:r>
            <a:r>
              <a:rPr sz="2000" spc="7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45" dirty="0">
                <a:latin typeface="Lucida Sans Unicode"/>
                <a:cs typeface="Lucida Sans Unicode"/>
              </a:rPr>
              <a:t>o</a:t>
            </a:r>
            <a:r>
              <a:rPr sz="2000" spc="770" dirty="0">
                <a:latin typeface="Lucida Sans Unicode"/>
                <a:cs typeface="Lucida Sans Unicode"/>
              </a:rPr>
              <a:t> </a:t>
            </a:r>
            <a:r>
              <a:rPr sz="2000" spc="85" dirty="0">
                <a:latin typeface="Lucida Sans Unicode"/>
                <a:cs typeface="Lucida Sans Unicode"/>
              </a:rPr>
              <a:t>q</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120" dirty="0">
                <a:latin typeface="Lucida Sans Unicode"/>
                <a:cs typeface="Lucida Sans Unicode"/>
              </a:rPr>
              <a:t>e</a:t>
            </a:r>
            <a:r>
              <a:rPr sz="2000" spc="7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80" dirty="0">
                <a:latin typeface="Lucida Sans Unicode"/>
                <a:cs typeface="Lucida Sans Unicode"/>
              </a:rPr>
              <a:t>v</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240" dirty="0">
                <a:latin typeface="Lucida Sans Unicode"/>
                <a:cs typeface="Lucida Sans Unicode"/>
              </a:rPr>
              <a:t>a</a:t>
            </a:r>
            <a:r>
              <a:rPr sz="2000" spc="770" dirty="0">
                <a:latin typeface="Lucida Sans Unicode"/>
                <a:cs typeface="Lucida Sans Unicode"/>
              </a:rPr>
              <a:t> </a:t>
            </a:r>
            <a:r>
              <a:rPr sz="2000" spc="85" dirty="0">
                <a:latin typeface="Lucida Sans Unicode"/>
                <a:cs typeface="Lucida Sans Unicode"/>
              </a:rPr>
              <a:t>q</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60" dirty="0">
                <a:latin typeface="Lucida Sans Unicode"/>
                <a:cs typeface="Lucida Sans Unicode"/>
              </a:rPr>
              <a:t>e</a:t>
            </a:r>
            <a:r>
              <a:rPr sz="2000" spc="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3635"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70" dirty="0">
                <a:latin typeface="Lucida Sans Unicode"/>
                <a:cs typeface="Lucida Sans Unicode"/>
              </a:rPr>
              <a:t>y</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90" dirty="0">
                <a:latin typeface="Lucida Sans Unicode"/>
                <a:cs typeface="Lucida Sans Unicode"/>
              </a:rPr>
              <a:t>í</a:t>
            </a:r>
            <a:r>
              <a:rPr sz="2000" spc="-270" dirty="0">
                <a:latin typeface="Lucida Sans Unicode"/>
                <a:cs typeface="Lucida Sans Unicode"/>
              </a:rPr>
              <a:t> </a:t>
            </a:r>
            <a:r>
              <a:rPr sz="2000" spc="240" dirty="0">
                <a:latin typeface="Lucida Sans Unicode"/>
                <a:cs typeface="Lucida Sans Unicode"/>
              </a:rPr>
              <a:t>a</a:t>
            </a:r>
            <a:r>
              <a:rPr sz="2000" spc="3635"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3635"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0" dirty="0">
                <a:latin typeface="Lucida Sans Unicode"/>
                <a:cs typeface="Lucida Sans Unicode"/>
              </a:rPr>
              <a:t>s</a:t>
            </a:r>
            <a:r>
              <a:rPr sz="2000" spc="3635"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225" dirty="0">
                <a:latin typeface="Lucida Sans Unicode"/>
                <a:cs typeface="Lucida Sans Unicode"/>
              </a:rPr>
              <a:t>s</a:t>
            </a:r>
            <a:r>
              <a:rPr sz="2000" spc="5"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0" dirty="0">
                <a:latin typeface="Lucida Sans Unicode"/>
                <a:cs typeface="Lucida Sans Unicode"/>
              </a:rPr>
              <a:t>g</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35" dirty="0">
                <a:latin typeface="Lucida Sans Unicode"/>
                <a:cs typeface="Lucida Sans Unicode"/>
              </a:rPr>
              <a:t>n</a:t>
            </a:r>
            <a:r>
              <a:rPr sz="2000" spc="161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 dirty="0">
                <a:latin typeface="Lucida Sans Unicode"/>
                <a:cs typeface="Lucida Sans Unicode"/>
              </a:rPr>
              <a:t>s</a:t>
            </a:r>
            <a:r>
              <a:rPr sz="2000" spc="161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85" dirty="0">
                <a:latin typeface="Lucida Sans Unicode"/>
                <a:cs typeface="Lucida Sans Unicode"/>
              </a:rPr>
              <a:t>s</a:t>
            </a:r>
            <a:r>
              <a:rPr sz="2000" spc="5"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630" dirty="0">
                <a:latin typeface="Lucida Sans Unicode"/>
                <a:cs typeface="Lucida Sans Unicode"/>
              </a:rPr>
              <a:t> </a:t>
            </a:r>
            <a:r>
              <a:rPr sz="2000" spc="150" dirty="0">
                <a:latin typeface="Lucida Sans Unicode"/>
                <a:cs typeface="Lucida Sans Unicode"/>
              </a:rPr>
              <a:t>C</a:t>
            </a:r>
            <a:r>
              <a:rPr sz="2000" spc="-270" dirty="0">
                <a:latin typeface="Lucida Sans Unicode"/>
                <a:cs typeface="Lucida Sans Unicode"/>
              </a:rPr>
              <a:t> </a:t>
            </a:r>
            <a:r>
              <a:rPr sz="2000" spc="15" dirty="0">
                <a:latin typeface="Lucida Sans Unicode"/>
                <a:cs typeface="Lucida Sans Unicode"/>
              </a:rPr>
              <a:t>O</a:t>
            </a:r>
            <a:r>
              <a:rPr sz="2000" spc="63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63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90" dirty="0">
                <a:latin typeface="Lucida Sans Unicode"/>
                <a:cs typeface="Lucida Sans Unicode"/>
              </a:rPr>
              <a:t>l</a:t>
            </a:r>
            <a:r>
              <a:rPr sz="2000" spc="63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225" dirty="0">
                <a:latin typeface="Lucida Sans Unicode"/>
                <a:cs typeface="Lucida Sans Unicode"/>
              </a:rPr>
              <a:t>.</a:t>
            </a:r>
            <a:endParaRPr sz="2000">
              <a:latin typeface="Lucida Sans Unicode"/>
              <a:cs typeface="Lucida Sans Unicode"/>
            </a:endParaRPr>
          </a:p>
          <a:p>
            <a:pPr marL="12700" marR="5080" algn="just">
              <a:lnSpc>
                <a:spcPct val="109400"/>
              </a:lnSpc>
              <a:tabLst>
                <a:tab pos="2626360" algn="l"/>
                <a:tab pos="4030979" algn="l"/>
              </a:tabLst>
            </a:pPr>
            <a:r>
              <a:rPr sz="2000" spc="-70" dirty="0">
                <a:latin typeface="Lucida Sans Unicode"/>
                <a:cs typeface="Lucida Sans Unicode"/>
              </a:rPr>
              <a:t>E</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120" dirty="0">
                <a:latin typeface="Lucida Sans Unicode"/>
                <a:cs typeface="Lucida Sans Unicode"/>
              </a:rPr>
              <a:t>e</a:t>
            </a:r>
            <a:r>
              <a:rPr sz="2000" spc="1050"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45" dirty="0">
                <a:latin typeface="Lucida Sans Unicode"/>
                <a:cs typeface="Lucida Sans Unicode"/>
              </a:rPr>
              <a:t>ó</a:t>
            </a:r>
            <a:r>
              <a:rPr sz="2000" spc="-270" dirty="0">
                <a:latin typeface="Lucida Sans Unicode"/>
                <a:cs typeface="Lucida Sans Unicode"/>
              </a:rPr>
              <a:t> </a:t>
            </a:r>
            <a:r>
              <a:rPr sz="2000" spc="35" dirty="0">
                <a:latin typeface="Lucida Sans Unicode"/>
                <a:cs typeface="Lucida Sans Unicode"/>
              </a:rPr>
              <a:t>n</a:t>
            </a:r>
            <a:r>
              <a:rPr sz="2000" spc="105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100" dirty="0">
                <a:latin typeface="Lucida Sans Unicode"/>
                <a:cs typeface="Lucida Sans Unicode"/>
              </a:rPr>
              <a:t>g</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1050" dirty="0">
                <a:latin typeface="Lucida Sans Unicode"/>
                <a:cs typeface="Lucida Sans Unicode"/>
              </a:rPr>
              <a:t> </a:t>
            </a:r>
            <a:r>
              <a:rPr sz="2000" spc="85" dirty="0">
                <a:latin typeface="Lucida Sans Unicode"/>
                <a:cs typeface="Lucida Sans Unicode"/>
              </a:rPr>
              <a:t>q</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245" dirty="0">
                <a:latin typeface="Lucida Sans Unicode"/>
                <a:cs typeface="Lucida Sans Unicode"/>
              </a:rPr>
              <a:t>,</a:t>
            </a:r>
            <a:r>
              <a:rPr sz="2000" spc="1055"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105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120" dirty="0">
                <a:latin typeface="Lucida Sans Unicode"/>
                <a:cs typeface="Lucida Sans Unicode"/>
              </a:rPr>
              <a:t>é</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185" dirty="0">
                <a:latin typeface="Lucida Sans Unicode"/>
                <a:cs typeface="Lucida Sans Unicode"/>
              </a:rPr>
              <a:t>s</a:t>
            </a:r>
            <a:r>
              <a:rPr sz="2000" spc="5" dirty="0">
                <a:latin typeface="Lucida Sans Unicode"/>
                <a:cs typeface="Lucida Sans Unicode"/>
              </a:rPr>
              <a:t> </a:t>
            </a:r>
            <a:r>
              <a:rPr sz="2000" spc="100" dirty="0">
                <a:latin typeface="Lucida Sans Unicode"/>
                <a:cs typeface="Lucida Sans Unicode"/>
              </a:rPr>
              <a:t>g</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245" dirty="0">
                <a:latin typeface="Lucida Sans Unicode"/>
                <a:cs typeface="Lucida Sans Unicode"/>
              </a:rPr>
              <a:t>,</a:t>
            </a:r>
            <a:r>
              <a:rPr sz="2000" spc="1345"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1345"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85" dirty="0">
                <a:latin typeface="Lucida Sans Unicode"/>
                <a:cs typeface="Lucida Sans Unicode"/>
              </a:rPr>
              <a:t>d</a:t>
            </a:r>
            <a:r>
              <a:rPr sz="2000" spc="1345"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90" dirty="0">
                <a:latin typeface="Lucida Sans Unicode"/>
                <a:cs typeface="Lucida Sans Unicode"/>
              </a:rPr>
              <a:t>l</a:t>
            </a:r>
            <a:r>
              <a:rPr sz="2000" spc="1345"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1345"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1345"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50" dirty="0">
                <a:latin typeface="Lucida Sans Unicode"/>
                <a:cs typeface="Lucida Sans Unicode"/>
              </a:rPr>
              <a:t>a</a:t>
            </a:r>
            <a:r>
              <a:rPr sz="2000" spc="14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85" dirty="0">
                <a:latin typeface="Lucida Sans Unicode"/>
                <a:cs typeface="Lucida Sans Unicode"/>
              </a:rPr>
              <a:t>d</a:t>
            </a:r>
            <a:r>
              <a:rPr sz="2000" spc="299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 dirty="0">
                <a:latin typeface="Lucida Sans Unicode"/>
                <a:cs typeface="Lucida Sans Unicode"/>
              </a:rPr>
              <a:t>s</a:t>
            </a:r>
            <a:r>
              <a:rPr sz="2000" spc="2990" dirty="0">
                <a:latin typeface="Lucida Sans Unicode"/>
                <a:cs typeface="Lucida Sans Unicode"/>
              </a:rPr>
              <a:t> </a:t>
            </a:r>
            <a:r>
              <a:rPr sz="2000" spc="-85" dirty="0">
                <a:latin typeface="Lucida Sans Unicode"/>
                <a:cs typeface="Lucida Sans Unicode"/>
              </a:rPr>
              <a:t>f</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80" dirty="0">
                <a:latin typeface="Lucida Sans Unicode"/>
                <a:cs typeface="Lucida Sans Unicode"/>
              </a:rPr>
              <a:t>v</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85" dirty="0">
                <a:latin typeface="Lucida Sans Unicode"/>
                <a:cs typeface="Lucida Sans Unicode"/>
              </a:rPr>
              <a:t>b</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245" dirty="0">
                <a:latin typeface="Lucida Sans Unicode"/>
                <a:cs typeface="Lucida Sans Unicode"/>
              </a:rPr>
              <a:t>,</a:t>
            </a:r>
            <a:r>
              <a:rPr sz="2000" spc="299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990"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220" dirty="0">
                <a:latin typeface="Lucida Sans Unicode"/>
                <a:cs typeface="Lucida Sans Unicode"/>
              </a:rPr>
              <a:t>s</a:t>
            </a:r>
            <a:r>
              <a:rPr sz="2000" spc="5"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10" dirty="0">
                <a:latin typeface="Lucida Sans Unicode"/>
                <a:cs typeface="Lucida Sans Unicode"/>
              </a:rPr>
              <a:t>s</a:t>
            </a:r>
            <a:r>
              <a:rPr sz="200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45" dirty="0">
                <a:latin typeface="Lucida Sans Unicode"/>
                <a:cs typeface="Lucida Sans Unicode"/>
              </a:rPr>
              <a:t>ó</a:t>
            </a:r>
            <a:r>
              <a:rPr sz="2000" spc="-270" dirty="0">
                <a:latin typeface="Lucida Sans Unicode"/>
                <a:cs typeface="Lucida Sans Unicode"/>
              </a:rPr>
              <a:t> </a:t>
            </a:r>
            <a:r>
              <a:rPr sz="2000" spc="-55" dirty="0">
                <a:latin typeface="Lucida Sans Unicode"/>
                <a:cs typeface="Lucida Sans Unicode"/>
              </a:rPr>
              <a:t>n</a:t>
            </a:r>
            <a:r>
              <a:rPr sz="2000" spc="15"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00" dirty="0">
                <a:latin typeface="Lucida Sans Unicode"/>
                <a:cs typeface="Lucida Sans Unicode"/>
              </a:rPr>
              <a:t>g</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5" dirty="0">
                <a:latin typeface="Lucida Sans Unicode"/>
                <a:cs typeface="Lucida Sans Unicode"/>
              </a:rPr>
              <a:t>f</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0" dirty="0">
                <a:latin typeface="Lucida Sans Unicode"/>
                <a:cs typeface="Lucida Sans Unicode"/>
              </a:rPr>
              <a:t>v</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225" dirty="0">
                <a:latin typeface="Lucida Sans Unicode"/>
                <a:cs typeface="Lucida Sans Unicode"/>
              </a:rPr>
              <a:t>.</a:t>
            </a:r>
            <a:endParaRPr sz="2000">
              <a:latin typeface="Lucida Sans Unicode"/>
              <a:cs typeface="Lucida Sans Unicode"/>
            </a:endParaRPr>
          </a:p>
        </p:txBody>
      </p:sp>
      <p:pic>
        <p:nvPicPr>
          <p:cNvPr id="78" name="Imagen 77">
            <a:extLst>
              <a:ext uri="{FF2B5EF4-FFF2-40B4-BE49-F238E27FC236}">
                <a16:creationId xmlns:a16="http://schemas.microsoft.com/office/drawing/2014/main" id="{2EDB09B7-3DDD-E6A6-41F4-04AEDDB86FA1}"/>
              </a:ext>
            </a:extLst>
          </p:cNvPr>
          <p:cNvPicPr>
            <a:picLocks noChangeAspect="1"/>
          </p:cNvPicPr>
          <p:nvPr/>
        </p:nvPicPr>
        <p:blipFill>
          <a:blip r:embed="rId19"/>
          <a:stretch>
            <a:fillRect/>
          </a:stretch>
        </p:blipFill>
        <p:spPr>
          <a:xfrm>
            <a:off x="585916" y="2472036"/>
            <a:ext cx="8611802" cy="6020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536700" cy="245110"/>
          </a:xfrm>
          <a:custGeom>
            <a:avLst/>
            <a:gdLst/>
            <a:ahLst/>
            <a:cxnLst/>
            <a:rect l="l" t="t" r="r" b="b"/>
            <a:pathLst>
              <a:path w="1536700" h="245110">
                <a:moveTo>
                  <a:pt x="1374172" y="245028"/>
                </a:moveTo>
                <a:lnTo>
                  <a:pt x="0" y="245028"/>
                </a:lnTo>
                <a:lnTo>
                  <a:pt x="0" y="0"/>
                </a:lnTo>
                <a:lnTo>
                  <a:pt x="1536193" y="0"/>
                </a:lnTo>
                <a:lnTo>
                  <a:pt x="1535900" y="8219"/>
                </a:lnTo>
                <a:lnTo>
                  <a:pt x="1532157" y="12768"/>
                </a:lnTo>
                <a:lnTo>
                  <a:pt x="1529222" y="17612"/>
                </a:lnTo>
                <a:lnTo>
                  <a:pt x="1425837" y="186644"/>
                </a:lnTo>
                <a:lnTo>
                  <a:pt x="1400211" y="229034"/>
                </a:lnTo>
                <a:lnTo>
                  <a:pt x="1394530" y="236657"/>
                </a:lnTo>
                <a:lnTo>
                  <a:pt x="1388066" y="241693"/>
                </a:lnTo>
                <a:lnTo>
                  <a:pt x="1380335" y="244473"/>
                </a:lnTo>
                <a:lnTo>
                  <a:pt x="1374172" y="245028"/>
                </a:lnTo>
                <a:close/>
              </a:path>
            </a:pathLst>
          </a:custGeom>
          <a:solidFill>
            <a:srgbClr val="091541"/>
          </a:solidFill>
        </p:spPr>
        <p:txBody>
          <a:bodyPr wrap="square" lIns="0" tIns="0" rIns="0" bIns="0" rtlCol="0"/>
          <a:lstStyle/>
          <a:p>
            <a:endParaRPr/>
          </a:p>
        </p:txBody>
      </p:sp>
      <p:sp>
        <p:nvSpPr>
          <p:cNvPr id="3" name="object 3"/>
          <p:cNvSpPr/>
          <p:nvPr/>
        </p:nvSpPr>
        <p:spPr>
          <a:xfrm>
            <a:off x="0" y="459610"/>
            <a:ext cx="1256030" cy="245110"/>
          </a:xfrm>
          <a:custGeom>
            <a:avLst/>
            <a:gdLst/>
            <a:ahLst/>
            <a:cxnLst/>
            <a:rect l="l" t="t" r="r" b="b"/>
            <a:pathLst>
              <a:path w="1256030" h="245109">
                <a:moveTo>
                  <a:pt x="1088544" y="244812"/>
                </a:moveTo>
                <a:lnTo>
                  <a:pt x="940160" y="244372"/>
                </a:lnTo>
                <a:lnTo>
                  <a:pt x="0" y="244364"/>
                </a:lnTo>
                <a:lnTo>
                  <a:pt x="0" y="0"/>
                </a:lnTo>
                <a:lnTo>
                  <a:pt x="1255422" y="0"/>
                </a:lnTo>
                <a:lnTo>
                  <a:pt x="1253548" y="7549"/>
                </a:lnTo>
                <a:lnTo>
                  <a:pt x="1250615" y="13722"/>
                </a:lnTo>
                <a:lnTo>
                  <a:pt x="1243827" y="24143"/>
                </a:lnTo>
                <a:lnTo>
                  <a:pt x="1169549" y="145542"/>
                </a:lnTo>
                <a:lnTo>
                  <a:pt x="1144890" y="186065"/>
                </a:lnTo>
                <a:lnTo>
                  <a:pt x="1120393" y="226686"/>
                </a:lnTo>
                <a:lnTo>
                  <a:pt x="1114313" y="235039"/>
                </a:lnTo>
                <a:lnTo>
                  <a:pt x="1107413" y="240675"/>
                </a:lnTo>
                <a:lnTo>
                  <a:pt x="1099042" y="243848"/>
                </a:lnTo>
                <a:lnTo>
                  <a:pt x="1088544" y="244812"/>
                </a:lnTo>
                <a:close/>
              </a:path>
            </a:pathLst>
          </a:custGeom>
          <a:solidFill>
            <a:srgbClr val="FFFFFF"/>
          </a:solidFill>
        </p:spPr>
        <p:txBody>
          <a:bodyPr wrap="square" lIns="0" tIns="0" rIns="0" bIns="0" rtlCol="0"/>
          <a:lstStyle/>
          <a:p>
            <a:endParaRPr/>
          </a:p>
        </p:txBody>
      </p:sp>
      <p:sp>
        <p:nvSpPr>
          <p:cNvPr id="4" name="object 4"/>
          <p:cNvSpPr/>
          <p:nvPr/>
        </p:nvSpPr>
        <p:spPr>
          <a:xfrm>
            <a:off x="0" y="918560"/>
            <a:ext cx="975360" cy="245745"/>
          </a:xfrm>
          <a:custGeom>
            <a:avLst/>
            <a:gdLst/>
            <a:ahLst/>
            <a:cxnLst/>
            <a:rect l="l" t="t" r="r" b="b"/>
            <a:pathLst>
              <a:path w="975360" h="245744">
                <a:moveTo>
                  <a:pt x="820792" y="245112"/>
                </a:moveTo>
                <a:lnTo>
                  <a:pt x="814011" y="245179"/>
                </a:lnTo>
                <a:lnTo>
                  <a:pt x="810562" y="244739"/>
                </a:lnTo>
                <a:lnTo>
                  <a:pt x="806966" y="245106"/>
                </a:lnTo>
                <a:lnTo>
                  <a:pt x="0" y="245095"/>
                </a:lnTo>
                <a:lnTo>
                  <a:pt x="0" y="0"/>
                </a:lnTo>
                <a:lnTo>
                  <a:pt x="972963" y="0"/>
                </a:lnTo>
                <a:lnTo>
                  <a:pt x="974871" y="7485"/>
                </a:lnTo>
                <a:lnTo>
                  <a:pt x="971202" y="11008"/>
                </a:lnTo>
                <a:lnTo>
                  <a:pt x="861833" y="189769"/>
                </a:lnTo>
                <a:lnTo>
                  <a:pt x="835219" y="233585"/>
                </a:lnTo>
                <a:lnTo>
                  <a:pt x="831080" y="239225"/>
                </a:lnTo>
                <a:lnTo>
                  <a:pt x="826376" y="243097"/>
                </a:lnTo>
                <a:lnTo>
                  <a:pt x="820792" y="245112"/>
                </a:lnTo>
                <a:close/>
              </a:path>
            </a:pathLst>
          </a:custGeom>
          <a:solidFill>
            <a:srgbClr val="091541"/>
          </a:solidFill>
        </p:spPr>
        <p:txBody>
          <a:bodyPr wrap="square" lIns="0" tIns="0" rIns="0" bIns="0" rtlCol="0"/>
          <a:lstStyle/>
          <a:p>
            <a:endParaRPr/>
          </a:p>
        </p:txBody>
      </p:sp>
      <p:sp>
        <p:nvSpPr>
          <p:cNvPr id="5" name="object 5"/>
          <p:cNvSpPr/>
          <p:nvPr/>
        </p:nvSpPr>
        <p:spPr>
          <a:xfrm>
            <a:off x="0" y="1377217"/>
            <a:ext cx="694055" cy="246379"/>
          </a:xfrm>
          <a:custGeom>
            <a:avLst/>
            <a:gdLst/>
            <a:ahLst/>
            <a:cxnLst/>
            <a:rect l="l" t="t" r="r" b="b"/>
            <a:pathLst>
              <a:path w="694055" h="246380">
                <a:moveTo>
                  <a:pt x="528175" y="245766"/>
                </a:moveTo>
                <a:lnTo>
                  <a:pt x="0" y="245469"/>
                </a:lnTo>
                <a:lnTo>
                  <a:pt x="0" y="1037"/>
                </a:lnTo>
                <a:lnTo>
                  <a:pt x="681404" y="1027"/>
                </a:lnTo>
                <a:lnTo>
                  <a:pt x="686761" y="0"/>
                </a:lnTo>
                <a:lnTo>
                  <a:pt x="693659" y="3302"/>
                </a:lnTo>
                <a:lnTo>
                  <a:pt x="687679" y="15748"/>
                </a:lnTo>
                <a:lnTo>
                  <a:pt x="680936" y="27354"/>
                </a:lnTo>
                <a:lnTo>
                  <a:pt x="666947" y="49534"/>
                </a:lnTo>
                <a:lnTo>
                  <a:pt x="583893" y="185343"/>
                </a:lnTo>
                <a:lnTo>
                  <a:pt x="556429" y="230722"/>
                </a:lnTo>
                <a:lnTo>
                  <a:pt x="550900" y="238026"/>
                </a:lnTo>
                <a:lnTo>
                  <a:pt x="544614" y="242647"/>
                </a:lnTo>
                <a:lnTo>
                  <a:pt x="537172" y="245067"/>
                </a:lnTo>
                <a:lnTo>
                  <a:pt x="528175" y="245766"/>
                </a:lnTo>
                <a:close/>
              </a:path>
            </a:pathLst>
          </a:custGeom>
          <a:solidFill>
            <a:srgbClr val="FFFFFF"/>
          </a:solidFill>
        </p:spPr>
        <p:txBody>
          <a:bodyPr wrap="square" lIns="0" tIns="0" rIns="0" bIns="0" rtlCol="0"/>
          <a:lstStyle/>
          <a:p>
            <a:endParaRPr/>
          </a:p>
        </p:txBody>
      </p:sp>
      <p:pic>
        <p:nvPicPr>
          <p:cNvPr id="6" name="object 6"/>
          <p:cNvPicPr/>
          <p:nvPr/>
        </p:nvPicPr>
        <p:blipFill>
          <a:blip r:embed="rId2" cstate="print"/>
          <a:stretch>
            <a:fillRect/>
          </a:stretch>
        </p:blipFill>
        <p:spPr>
          <a:xfrm>
            <a:off x="0" y="9016977"/>
            <a:ext cx="18288000" cy="1270021"/>
          </a:xfrm>
          <a:prstGeom prst="rect">
            <a:avLst/>
          </a:prstGeom>
        </p:spPr>
      </p:pic>
      <p:pic>
        <p:nvPicPr>
          <p:cNvPr id="7" name="object 7"/>
          <p:cNvPicPr/>
          <p:nvPr/>
        </p:nvPicPr>
        <p:blipFill>
          <a:blip r:embed="rId3" cstate="print"/>
          <a:stretch>
            <a:fillRect/>
          </a:stretch>
        </p:blipFill>
        <p:spPr>
          <a:xfrm>
            <a:off x="131885" y="2297446"/>
            <a:ext cx="8143874" cy="6362699"/>
          </a:xfrm>
          <a:prstGeom prst="rect">
            <a:avLst/>
          </a:prstGeom>
        </p:spPr>
      </p:pic>
      <p:grpSp>
        <p:nvGrpSpPr>
          <p:cNvPr id="8" name="object 8"/>
          <p:cNvGrpSpPr/>
          <p:nvPr/>
        </p:nvGrpSpPr>
        <p:grpSpPr>
          <a:xfrm>
            <a:off x="8495676" y="1760330"/>
            <a:ext cx="9571355" cy="7705090"/>
            <a:chOff x="8495676" y="1760330"/>
            <a:chExt cx="9571355" cy="7705090"/>
          </a:xfrm>
        </p:grpSpPr>
        <p:sp>
          <p:nvSpPr>
            <p:cNvPr id="9" name="object 9"/>
            <p:cNvSpPr/>
            <p:nvPr/>
          </p:nvSpPr>
          <p:spPr>
            <a:xfrm>
              <a:off x="8495676" y="1760330"/>
              <a:ext cx="9571355" cy="7705090"/>
            </a:xfrm>
            <a:custGeom>
              <a:avLst/>
              <a:gdLst/>
              <a:ahLst/>
              <a:cxnLst/>
              <a:rect l="l" t="t" r="r" b="b"/>
              <a:pathLst>
                <a:path w="9571355" h="7705090">
                  <a:moveTo>
                    <a:pt x="9087778" y="7704922"/>
                  </a:moveTo>
                  <a:lnTo>
                    <a:pt x="485774" y="7704922"/>
                  </a:lnTo>
                  <a:lnTo>
                    <a:pt x="437762" y="7702545"/>
                  </a:lnTo>
                  <a:lnTo>
                    <a:pt x="390562" y="7695501"/>
                  </a:lnTo>
                  <a:lnTo>
                    <a:pt x="344494" y="7683924"/>
                  </a:lnTo>
                  <a:lnTo>
                    <a:pt x="299876" y="7667944"/>
                  </a:lnTo>
                  <a:lnTo>
                    <a:pt x="257028" y="7647694"/>
                  </a:lnTo>
                  <a:lnTo>
                    <a:pt x="216266" y="7623306"/>
                  </a:lnTo>
                  <a:lnTo>
                    <a:pt x="177911" y="7594911"/>
                  </a:lnTo>
                  <a:lnTo>
                    <a:pt x="142280" y="7562642"/>
                  </a:lnTo>
                  <a:lnTo>
                    <a:pt x="110010" y="7527011"/>
                  </a:lnTo>
                  <a:lnTo>
                    <a:pt x="81615" y="7488655"/>
                  </a:lnTo>
                  <a:lnTo>
                    <a:pt x="57227" y="7447893"/>
                  </a:lnTo>
                  <a:lnTo>
                    <a:pt x="36977" y="7405045"/>
                  </a:lnTo>
                  <a:lnTo>
                    <a:pt x="20997" y="7360427"/>
                  </a:lnTo>
                  <a:lnTo>
                    <a:pt x="9420" y="7314359"/>
                  </a:lnTo>
                  <a:lnTo>
                    <a:pt x="2377" y="7267159"/>
                  </a:lnTo>
                  <a:lnTo>
                    <a:pt x="0" y="7219147"/>
                  </a:lnTo>
                  <a:lnTo>
                    <a:pt x="0" y="485774"/>
                  </a:lnTo>
                  <a:lnTo>
                    <a:pt x="2377" y="437762"/>
                  </a:lnTo>
                  <a:lnTo>
                    <a:pt x="9420" y="390562"/>
                  </a:lnTo>
                  <a:lnTo>
                    <a:pt x="20997" y="344494"/>
                  </a:lnTo>
                  <a:lnTo>
                    <a:pt x="36977" y="299876"/>
                  </a:lnTo>
                  <a:lnTo>
                    <a:pt x="57227" y="257028"/>
                  </a:lnTo>
                  <a:lnTo>
                    <a:pt x="81615" y="216266"/>
                  </a:lnTo>
                  <a:lnTo>
                    <a:pt x="110010" y="177911"/>
                  </a:lnTo>
                  <a:lnTo>
                    <a:pt x="142280" y="142280"/>
                  </a:lnTo>
                  <a:lnTo>
                    <a:pt x="177911" y="110010"/>
                  </a:lnTo>
                  <a:lnTo>
                    <a:pt x="216266" y="81615"/>
                  </a:lnTo>
                  <a:lnTo>
                    <a:pt x="257028" y="57227"/>
                  </a:lnTo>
                  <a:lnTo>
                    <a:pt x="299876" y="36977"/>
                  </a:lnTo>
                  <a:lnTo>
                    <a:pt x="344494" y="20997"/>
                  </a:lnTo>
                  <a:lnTo>
                    <a:pt x="390562" y="9420"/>
                  </a:lnTo>
                  <a:lnTo>
                    <a:pt x="437762" y="2377"/>
                  </a:lnTo>
                  <a:lnTo>
                    <a:pt x="485774" y="0"/>
                  </a:lnTo>
                  <a:lnTo>
                    <a:pt x="9087778" y="0"/>
                  </a:lnTo>
                  <a:lnTo>
                    <a:pt x="9135791" y="2377"/>
                  </a:lnTo>
                  <a:lnTo>
                    <a:pt x="9182990" y="9420"/>
                  </a:lnTo>
                  <a:lnTo>
                    <a:pt x="9229058" y="20997"/>
                  </a:lnTo>
                  <a:lnTo>
                    <a:pt x="9273676" y="36977"/>
                  </a:lnTo>
                  <a:lnTo>
                    <a:pt x="9316524" y="57227"/>
                  </a:lnTo>
                  <a:lnTo>
                    <a:pt x="9357286" y="81615"/>
                  </a:lnTo>
                  <a:lnTo>
                    <a:pt x="9395641" y="110010"/>
                  </a:lnTo>
                  <a:lnTo>
                    <a:pt x="9431272" y="142280"/>
                  </a:lnTo>
                  <a:lnTo>
                    <a:pt x="9463542" y="177911"/>
                  </a:lnTo>
                  <a:lnTo>
                    <a:pt x="9491937" y="216266"/>
                  </a:lnTo>
                  <a:lnTo>
                    <a:pt x="9516325" y="257028"/>
                  </a:lnTo>
                  <a:lnTo>
                    <a:pt x="9536575" y="299876"/>
                  </a:lnTo>
                  <a:lnTo>
                    <a:pt x="9552555" y="344494"/>
                  </a:lnTo>
                  <a:lnTo>
                    <a:pt x="9564132" y="390562"/>
                  </a:lnTo>
                  <a:lnTo>
                    <a:pt x="9570958" y="436303"/>
                  </a:lnTo>
                  <a:lnTo>
                    <a:pt x="9570958" y="7268619"/>
                  </a:lnTo>
                  <a:lnTo>
                    <a:pt x="9564132" y="7314359"/>
                  </a:lnTo>
                  <a:lnTo>
                    <a:pt x="9552555" y="7360427"/>
                  </a:lnTo>
                  <a:lnTo>
                    <a:pt x="9536575" y="7405045"/>
                  </a:lnTo>
                  <a:lnTo>
                    <a:pt x="9516325" y="7447893"/>
                  </a:lnTo>
                  <a:lnTo>
                    <a:pt x="9491937" y="7488655"/>
                  </a:lnTo>
                  <a:lnTo>
                    <a:pt x="9463542" y="7527011"/>
                  </a:lnTo>
                  <a:lnTo>
                    <a:pt x="9431272" y="7562642"/>
                  </a:lnTo>
                  <a:lnTo>
                    <a:pt x="9395641" y="7594911"/>
                  </a:lnTo>
                  <a:lnTo>
                    <a:pt x="9357286" y="7623306"/>
                  </a:lnTo>
                  <a:lnTo>
                    <a:pt x="9316524" y="7647694"/>
                  </a:lnTo>
                  <a:lnTo>
                    <a:pt x="9273676" y="7667944"/>
                  </a:lnTo>
                  <a:lnTo>
                    <a:pt x="9229058" y="7683924"/>
                  </a:lnTo>
                  <a:lnTo>
                    <a:pt x="9182990" y="7695501"/>
                  </a:lnTo>
                  <a:lnTo>
                    <a:pt x="9135791" y="7702545"/>
                  </a:lnTo>
                  <a:lnTo>
                    <a:pt x="9087778" y="7704922"/>
                  </a:lnTo>
                  <a:close/>
                </a:path>
              </a:pathLst>
            </a:custGeom>
            <a:solidFill>
              <a:srgbClr val="CACBCB">
                <a:alpha val="90998"/>
              </a:srgbClr>
            </a:solidFill>
          </p:spPr>
          <p:txBody>
            <a:bodyPr wrap="square" lIns="0" tIns="0" rIns="0" bIns="0" rtlCol="0"/>
            <a:lstStyle/>
            <a:p>
              <a:endParaRPr/>
            </a:p>
          </p:txBody>
        </p:sp>
        <p:pic>
          <p:nvPicPr>
            <p:cNvPr id="10" name="object 10"/>
            <p:cNvPicPr/>
            <p:nvPr/>
          </p:nvPicPr>
          <p:blipFill>
            <a:blip r:embed="rId4" cstate="print"/>
            <a:stretch>
              <a:fillRect/>
            </a:stretch>
          </p:blipFill>
          <p:spPr>
            <a:xfrm>
              <a:off x="8686176" y="2053589"/>
              <a:ext cx="85725" cy="85724"/>
            </a:xfrm>
            <a:prstGeom prst="rect">
              <a:avLst/>
            </a:prstGeom>
          </p:spPr>
        </p:pic>
        <p:pic>
          <p:nvPicPr>
            <p:cNvPr id="11" name="object 11"/>
            <p:cNvPicPr/>
            <p:nvPr/>
          </p:nvPicPr>
          <p:blipFill>
            <a:blip r:embed="rId4" cstate="print"/>
            <a:stretch>
              <a:fillRect/>
            </a:stretch>
          </p:blipFill>
          <p:spPr>
            <a:xfrm>
              <a:off x="8686176" y="3053714"/>
              <a:ext cx="85725" cy="85724"/>
            </a:xfrm>
            <a:prstGeom prst="rect">
              <a:avLst/>
            </a:prstGeom>
          </p:spPr>
        </p:pic>
        <p:pic>
          <p:nvPicPr>
            <p:cNvPr id="12" name="object 12"/>
            <p:cNvPicPr/>
            <p:nvPr/>
          </p:nvPicPr>
          <p:blipFill>
            <a:blip r:embed="rId4" cstate="print"/>
            <a:stretch>
              <a:fillRect/>
            </a:stretch>
          </p:blipFill>
          <p:spPr>
            <a:xfrm>
              <a:off x="8686176" y="4387214"/>
              <a:ext cx="85725" cy="85724"/>
            </a:xfrm>
            <a:prstGeom prst="rect">
              <a:avLst/>
            </a:prstGeom>
          </p:spPr>
        </p:pic>
        <p:pic>
          <p:nvPicPr>
            <p:cNvPr id="13" name="object 13"/>
            <p:cNvPicPr/>
            <p:nvPr/>
          </p:nvPicPr>
          <p:blipFill>
            <a:blip r:embed="rId4" cstate="print"/>
            <a:stretch>
              <a:fillRect/>
            </a:stretch>
          </p:blipFill>
          <p:spPr>
            <a:xfrm>
              <a:off x="8686176" y="6054089"/>
              <a:ext cx="85725" cy="85724"/>
            </a:xfrm>
            <a:prstGeom prst="rect">
              <a:avLst/>
            </a:prstGeom>
          </p:spPr>
        </p:pic>
      </p:grpSp>
      <p:sp>
        <p:nvSpPr>
          <p:cNvPr id="14" name="object 14"/>
          <p:cNvSpPr txBox="1"/>
          <p:nvPr/>
        </p:nvSpPr>
        <p:spPr>
          <a:xfrm>
            <a:off x="8914726" y="1891652"/>
            <a:ext cx="8874125" cy="5026025"/>
          </a:xfrm>
          <a:prstGeom prst="rect">
            <a:avLst/>
          </a:prstGeom>
        </p:spPr>
        <p:txBody>
          <a:bodyPr vert="horz" wrap="square" lIns="0" tIns="12700" rIns="0" bIns="0" rtlCol="0">
            <a:spAutoFit/>
          </a:bodyPr>
          <a:lstStyle/>
          <a:p>
            <a:pPr marL="12700" marR="5080" algn="just">
              <a:lnSpc>
                <a:spcPct val="109400"/>
              </a:lnSpc>
              <a:spcBef>
                <a:spcPts val="100"/>
              </a:spcBef>
            </a:pPr>
            <a:r>
              <a:rPr sz="2000" spc="-204"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1055"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245" dirty="0">
                <a:latin typeface="Lucida Sans Unicode"/>
                <a:cs typeface="Lucida Sans Unicode"/>
              </a:rPr>
              <a:t>z</a:t>
            </a:r>
            <a:r>
              <a:rPr sz="2000" spc="1055"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1055"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85" dirty="0">
                <a:latin typeface="Lucida Sans Unicode"/>
                <a:cs typeface="Lucida Sans Unicode"/>
              </a:rPr>
              <a:t>f</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45" dirty="0">
                <a:latin typeface="Lucida Sans Unicode"/>
                <a:cs typeface="Lucida Sans Unicode"/>
              </a:rPr>
              <a:t>ó</a:t>
            </a:r>
            <a:r>
              <a:rPr sz="2000" spc="-270" dirty="0">
                <a:latin typeface="Lucida Sans Unicode"/>
                <a:cs typeface="Lucida Sans Unicode"/>
              </a:rPr>
              <a:t> </a:t>
            </a:r>
            <a:r>
              <a:rPr sz="2000" spc="35" dirty="0">
                <a:latin typeface="Lucida Sans Unicode"/>
                <a:cs typeface="Lucida Sans Unicode"/>
              </a:rPr>
              <a:t>n</a:t>
            </a:r>
            <a:r>
              <a:rPr sz="2000" spc="1055"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240" dirty="0">
                <a:latin typeface="Lucida Sans Unicode"/>
                <a:cs typeface="Lucida Sans Unicode"/>
              </a:rPr>
              <a:t>a</a:t>
            </a:r>
            <a:r>
              <a:rPr sz="2000" spc="1055"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90" dirty="0">
                <a:latin typeface="Lucida Sans Unicode"/>
                <a:cs typeface="Lucida Sans Unicode"/>
              </a:rPr>
              <a:t>l</a:t>
            </a:r>
            <a:r>
              <a:rPr sz="2000" spc="1055"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ñ</a:t>
            </a:r>
            <a:r>
              <a:rPr sz="2000" spc="-270" dirty="0">
                <a:latin typeface="Lucida Sans Unicode"/>
                <a:cs typeface="Lucida Sans Unicode"/>
              </a:rPr>
              <a:t> </a:t>
            </a:r>
            <a:r>
              <a:rPr sz="2000" spc="45" dirty="0">
                <a:latin typeface="Lucida Sans Unicode"/>
                <a:cs typeface="Lucida Sans Unicode"/>
              </a:rPr>
              <a:t>o</a:t>
            </a:r>
            <a:r>
              <a:rPr sz="2000" spc="1055"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25" dirty="0">
                <a:latin typeface="Lucida Sans Unicode"/>
                <a:cs typeface="Lucida Sans Unicode"/>
              </a:rPr>
              <a:t>l</a:t>
            </a:r>
            <a:r>
              <a:rPr sz="2000" spc="-100"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45" dirty="0">
                <a:latin typeface="Lucida Sans Unicode"/>
                <a:cs typeface="Lucida Sans Unicode"/>
              </a:rPr>
              <a:t>o</a:t>
            </a:r>
            <a:r>
              <a:rPr sz="2000" spc="1019"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1019"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5" dirty="0">
                <a:latin typeface="Lucida Sans Unicode"/>
                <a:cs typeface="Lucida Sans Unicode"/>
              </a:rPr>
              <a:t>f</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45" dirty="0">
                <a:latin typeface="Lucida Sans Unicode"/>
                <a:cs typeface="Lucida Sans Unicode"/>
              </a:rPr>
              <a:t>ó</a:t>
            </a:r>
            <a:r>
              <a:rPr sz="2000" spc="-270" dirty="0">
                <a:latin typeface="Lucida Sans Unicode"/>
                <a:cs typeface="Lucida Sans Unicode"/>
              </a:rPr>
              <a:t> </a:t>
            </a:r>
            <a:r>
              <a:rPr sz="2000" spc="35" dirty="0">
                <a:latin typeface="Lucida Sans Unicode"/>
                <a:cs typeface="Lucida Sans Unicode"/>
              </a:rPr>
              <a:t>n</a:t>
            </a:r>
            <a:r>
              <a:rPr sz="2000" spc="1019"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90" dirty="0">
                <a:latin typeface="Lucida Sans Unicode"/>
                <a:cs typeface="Lucida Sans Unicode"/>
              </a:rPr>
              <a:t>l</a:t>
            </a:r>
            <a:r>
              <a:rPr sz="2000" spc="1019"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75" dirty="0">
                <a:latin typeface="Lucida Sans Unicode"/>
                <a:cs typeface="Lucida Sans Unicode"/>
              </a:rPr>
              <a:t>r</a:t>
            </a:r>
            <a:r>
              <a:rPr sz="2000" spc="1019"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10" dirty="0">
                <a:latin typeface="Lucida Sans Unicode"/>
                <a:cs typeface="Lucida Sans Unicode"/>
              </a:rPr>
              <a:t>s</a:t>
            </a:r>
            <a:r>
              <a:rPr sz="2000" spc="1019"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0" dirty="0">
                <a:latin typeface="Lucida Sans Unicode"/>
                <a:cs typeface="Lucida Sans Unicode"/>
              </a:rPr>
              <a:t>v</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 dirty="0">
                <a:latin typeface="Lucida Sans Unicode"/>
                <a:cs typeface="Lucida Sans Unicode"/>
              </a:rPr>
              <a:t>s</a:t>
            </a:r>
            <a:r>
              <a:rPr sz="2000" spc="1019"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35" dirty="0">
                <a:latin typeface="Lucida Sans Unicode"/>
                <a:cs typeface="Lucida Sans Unicode"/>
              </a:rPr>
              <a:t>e</a:t>
            </a:r>
            <a:r>
              <a:rPr sz="2000" spc="70"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45" dirty="0">
                <a:latin typeface="Lucida Sans Unicode"/>
                <a:cs typeface="Lucida Sans Unicode"/>
              </a:rPr>
              <a:t>ó</a:t>
            </a:r>
            <a:r>
              <a:rPr sz="2000" spc="-270" dirty="0">
                <a:latin typeface="Lucida Sans Unicode"/>
                <a:cs typeface="Lucida Sans Unicode"/>
              </a:rPr>
              <a:t> x </a:t>
            </a:r>
            <a:r>
              <a:rPr sz="2000" spc="-90" dirty="0">
                <a:latin typeface="Lucida Sans Unicode"/>
                <a:cs typeface="Lucida Sans Unicode"/>
              </a:rPr>
              <a:t>i</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45" dirty="0">
                <a:latin typeface="Lucida Sans Unicode"/>
                <a:cs typeface="Lucida Sans Unicode"/>
              </a:rPr>
              <a:t>o</a:t>
            </a:r>
            <a:r>
              <a:rPr sz="2000" spc="63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63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85" dirty="0">
                <a:latin typeface="Lucida Sans Unicode"/>
                <a:cs typeface="Lucida Sans Unicode"/>
              </a:rPr>
              <a:t>b</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45" dirty="0">
                <a:latin typeface="Lucida Sans Unicode"/>
                <a:cs typeface="Lucida Sans Unicode"/>
              </a:rPr>
              <a:t>o</a:t>
            </a:r>
            <a:r>
              <a:rPr sz="2000" spc="630" dirty="0">
                <a:latin typeface="Lucida Sans Unicode"/>
                <a:cs typeface="Lucida Sans Unicode"/>
              </a:rPr>
              <a:t> </a:t>
            </a:r>
            <a:r>
              <a:rPr sz="2000" spc="250" dirty="0">
                <a:latin typeface="Lucida Sans Unicode"/>
                <a:cs typeface="Lucida Sans Unicode"/>
              </a:rPr>
              <a:t>(</a:t>
            </a:r>
            <a:r>
              <a:rPr sz="2000" spc="-270" dirty="0">
                <a:latin typeface="Lucida Sans Unicode"/>
                <a:cs typeface="Lucida Sans Unicode"/>
              </a:rPr>
              <a:t> </a:t>
            </a:r>
            <a:r>
              <a:rPr sz="2000" spc="150" dirty="0">
                <a:latin typeface="Lucida Sans Unicode"/>
                <a:cs typeface="Lucida Sans Unicode"/>
              </a:rPr>
              <a:t>C</a:t>
            </a:r>
            <a:r>
              <a:rPr sz="2000" spc="-270" dirty="0">
                <a:latin typeface="Lucida Sans Unicode"/>
                <a:cs typeface="Lucida Sans Unicode"/>
              </a:rPr>
              <a:t> </a:t>
            </a:r>
            <a:r>
              <a:rPr sz="2000" spc="15" dirty="0">
                <a:latin typeface="Lucida Sans Unicode"/>
                <a:cs typeface="Lucida Sans Unicode"/>
              </a:rPr>
              <a:t>O</a:t>
            </a:r>
            <a:r>
              <a:rPr sz="2000" spc="-270" dirty="0">
                <a:latin typeface="Lucida Sans Unicode"/>
                <a:cs typeface="Lucida Sans Unicode"/>
              </a:rPr>
              <a:t> </a:t>
            </a:r>
            <a:r>
              <a:rPr sz="2000" spc="250" dirty="0">
                <a:latin typeface="Lucida Sans Unicode"/>
                <a:cs typeface="Lucida Sans Unicode"/>
              </a:rPr>
              <a:t>)</a:t>
            </a:r>
            <a:r>
              <a:rPr sz="2000" spc="-270" dirty="0">
                <a:latin typeface="Lucida Sans Unicode"/>
                <a:cs typeface="Lucida Sans Unicode"/>
              </a:rPr>
              <a:t> </a:t>
            </a:r>
            <a:r>
              <a:rPr sz="2000" spc="-225" dirty="0">
                <a:latin typeface="Lucida Sans Unicode"/>
                <a:cs typeface="Lucida Sans Unicode"/>
              </a:rPr>
              <a:t>.</a:t>
            </a:r>
            <a:endParaRPr sz="2000">
              <a:latin typeface="Lucida Sans Unicode"/>
              <a:cs typeface="Lucida Sans Unicode"/>
            </a:endParaRPr>
          </a:p>
          <a:p>
            <a:pPr marL="12700" marR="5080" algn="just">
              <a:lnSpc>
                <a:spcPct val="109400"/>
              </a:lnSpc>
            </a:pPr>
            <a:r>
              <a:rPr sz="2000" spc="95" dirty="0">
                <a:latin typeface="Lucida Sans Unicode"/>
                <a:cs typeface="Lucida Sans Unicode"/>
              </a:rPr>
              <a:t>S</a:t>
            </a:r>
            <a:r>
              <a:rPr sz="2000" spc="-270" dirty="0">
                <a:latin typeface="Lucida Sans Unicode"/>
                <a:cs typeface="Lucida Sans Unicode"/>
              </a:rPr>
              <a:t> </a:t>
            </a:r>
            <a:r>
              <a:rPr sz="2000" spc="120" dirty="0">
                <a:latin typeface="Lucida Sans Unicode"/>
                <a:cs typeface="Lucida Sans Unicode"/>
              </a:rPr>
              <a:t>e</a:t>
            </a:r>
            <a:r>
              <a:rPr sz="2000" spc="2395"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85" dirty="0">
                <a:latin typeface="Lucida Sans Unicode"/>
                <a:cs typeface="Lucida Sans Unicode"/>
              </a:rPr>
              <a:t>b</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80" dirty="0">
                <a:latin typeface="Lucida Sans Unicode"/>
                <a:cs typeface="Lucida Sans Unicode"/>
              </a:rPr>
              <a:t>v</a:t>
            </a:r>
            <a:r>
              <a:rPr sz="2000" spc="-270" dirty="0">
                <a:latin typeface="Lucida Sans Unicode"/>
                <a:cs typeface="Lucida Sans Unicode"/>
              </a:rPr>
              <a:t> </a:t>
            </a:r>
            <a:r>
              <a:rPr sz="2000" spc="240" dirty="0">
                <a:latin typeface="Lucida Sans Unicode"/>
                <a:cs typeface="Lucida Sans Unicode"/>
              </a:rPr>
              <a:t>a</a:t>
            </a:r>
            <a:r>
              <a:rPr sz="2000" spc="2395" dirty="0">
                <a:latin typeface="Lucida Sans Unicode"/>
                <a:cs typeface="Lucida Sans Unicode"/>
              </a:rPr>
              <a:t> </a:t>
            </a:r>
            <a:r>
              <a:rPr sz="2000" spc="85" dirty="0">
                <a:latin typeface="Lucida Sans Unicode"/>
                <a:cs typeface="Lucida Sans Unicode"/>
              </a:rPr>
              <a:t>q</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120" dirty="0">
                <a:latin typeface="Lucida Sans Unicode"/>
                <a:cs typeface="Lucida Sans Unicode"/>
              </a:rPr>
              <a:t>e</a:t>
            </a:r>
            <a:r>
              <a:rPr sz="2000" spc="2395"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90" dirty="0">
                <a:latin typeface="Lucida Sans Unicode"/>
                <a:cs typeface="Lucida Sans Unicode"/>
              </a:rPr>
              <a:t>l</a:t>
            </a:r>
            <a:r>
              <a:rPr sz="2000" spc="2395"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45" dirty="0">
                <a:latin typeface="Lucida Sans Unicode"/>
                <a:cs typeface="Lucida Sans Unicode"/>
              </a:rPr>
              <a:t>o</a:t>
            </a:r>
            <a:r>
              <a:rPr sz="2000" spc="2395"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100" dirty="0">
                <a:latin typeface="Lucida Sans Unicode"/>
                <a:cs typeface="Lucida Sans Unicode"/>
              </a:rPr>
              <a:t>g</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240" dirty="0">
                <a:latin typeface="Lucida Sans Unicode"/>
                <a:cs typeface="Lucida Sans Unicode"/>
              </a:rPr>
              <a:t>a</a:t>
            </a:r>
            <a:r>
              <a:rPr sz="2000" spc="2395"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240" dirty="0">
                <a:latin typeface="Lucida Sans Unicode"/>
                <a:cs typeface="Lucida Sans Unicode"/>
              </a:rPr>
              <a:t>a</a:t>
            </a:r>
            <a:r>
              <a:rPr sz="2000" spc="2395" dirty="0">
                <a:latin typeface="Lucida Sans Unicode"/>
                <a:cs typeface="Lucida Sans Unicode"/>
              </a:rPr>
              <a:t> </a:t>
            </a:r>
            <a:r>
              <a:rPr sz="2000" spc="85" dirty="0">
                <a:latin typeface="Lucida Sans Unicode"/>
                <a:cs typeface="Lucida Sans Unicode"/>
              </a:rPr>
              <a:t>b</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40" dirty="0">
                <a:latin typeface="Lucida Sans Unicode"/>
                <a:cs typeface="Lucida Sans Unicode"/>
              </a:rPr>
              <a:t>a</a:t>
            </a:r>
            <a:r>
              <a:rPr sz="2000" spc="140"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45" dirty="0">
                <a:latin typeface="Lucida Sans Unicode"/>
                <a:cs typeface="Lucida Sans Unicode"/>
              </a:rPr>
              <a:t>ó</a:t>
            </a:r>
            <a:r>
              <a:rPr sz="2000" spc="-270" dirty="0">
                <a:latin typeface="Lucida Sans Unicode"/>
                <a:cs typeface="Lucida Sans Unicode"/>
              </a:rPr>
              <a:t> </a:t>
            </a:r>
            <a:r>
              <a:rPr sz="2000" spc="35" dirty="0">
                <a:latin typeface="Lucida Sans Unicode"/>
                <a:cs typeface="Lucida Sans Unicode"/>
              </a:rPr>
              <a:t>n</a:t>
            </a:r>
            <a:r>
              <a:rPr sz="2000" spc="1105"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1105"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1105"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120" dirty="0">
                <a:latin typeface="Lucida Sans Unicode"/>
                <a:cs typeface="Lucida Sans Unicode"/>
              </a:rPr>
              <a:t>e</a:t>
            </a:r>
            <a:r>
              <a:rPr sz="2000" spc="1105" dirty="0">
                <a:latin typeface="Lucida Sans Unicode"/>
                <a:cs typeface="Lucida Sans Unicode"/>
              </a:rPr>
              <a:t> </a:t>
            </a:r>
            <a:r>
              <a:rPr sz="2000" spc="5" dirty="0">
                <a:latin typeface="Lucida Sans Unicode"/>
                <a:cs typeface="Lucida Sans Unicode"/>
              </a:rPr>
              <a:t>“</a:t>
            </a:r>
            <a:r>
              <a:rPr sz="2000" spc="-270" dirty="0">
                <a:latin typeface="Lucida Sans Unicode"/>
                <a:cs typeface="Lucida Sans Unicode"/>
              </a:rPr>
              <a:t> </a:t>
            </a:r>
            <a:r>
              <a:rPr sz="2000" spc="-30" dirty="0">
                <a:latin typeface="Lucida Sans Unicode"/>
                <a:cs typeface="Lucida Sans Unicode"/>
              </a:rPr>
              <a:t>A</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5" dirty="0">
                <a:latin typeface="Lucida Sans Unicode"/>
                <a:cs typeface="Lucida Sans Unicode"/>
              </a:rPr>
              <a:t>”</a:t>
            </a:r>
            <a:r>
              <a:rPr sz="2000" spc="-270" dirty="0">
                <a:latin typeface="Lucida Sans Unicode"/>
                <a:cs typeface="Lucida Sans Unicode"/>
              </a:rPr>
              <a:t> </a:t>
            </a:r>
            <a:r>
              <a:rPr sz="2000" spc="-245" dirty="0">
                <a:latin typeface="Lucida Sans Unicode"/>
                <a:cs typeface="Lucida Sans Unicode"/>
              </a:rPr>
              <a:t>,</a:t>
            </a:r>
            <a:r>
              <a:rPr sz="2000" spc="1105"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1105" dirty="0">
                <a:latin typeface="Lucida Sans Unicode"/>
                <a:cs typeface="Lucida Sans Unicode"/>
              </a:rPr>
              <a:t> </a:t>
            </a:r>
            <a:r>
              <a:rPr sz="2000" spc="-15" dirty="0">
                <a:latin typeface="Lucida Sans Unicode"/>
                <a:cs typeface="Lucida Sans Unicode"/>
              </a:rPr>
              <a:t>5</a:t>
            </a:r>
            <a:r>
              <a:rPr sz="2000" spc="-270" dirty="0">
                <a:latin typeface="Lucida Sans Unicode"/>
                <a:cs typeface="Lucida Sans Unicode"/>
              </a:rPr>
              <a:t> </a:t>
            </a:r>
            <a:r>
              <a:rPr sz="2000" spc="-114" dirty="0">
                <a:latin typeface="Lucida Sans Unicode"/>
                <a:cs typeface="Lucida Sans Unicode"/>
              </a:rPr>
              <a:t>2</a:t>
            </a:r>
            <a:r>
              <a:rPr sz="2000" spc="-270" dirty="0">
                <a:latin typeface="Lucida Sans Unicode"/>
                <a:cs typeface="Lucida Sans Unicode"/>
              </a:rPr>
              <a:t> </a:t>
            </a:r>
            <a:r>
              <a:rPr sz="2000" spc="-180" dirty="0">
                <a:latin typeface="Lucida Sans Unicode"/>
                <a:cs typeface="Lucida Sans Unicode"/>
              </a:rPr>
              <a:t>7</a:t>
            </a:r>
            <a:r>
              <a:rPr sz="2000" spc="1105"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250" dirty="0">
                <a:latin typeface="Lucida Sans Unicode"/>
                <a:cs typeface="Lucida Sans Unicode"/>
              </a:rPr>
              <a:t>s</a:t>
            </a:r>
            <a:r>
              <a:rPr sz="2000" spc="5"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245" dirty="0">
                <a:latin typeface="Lucida Sans Unicode"/>
                <a:cs typeface="Lucida Sans Unicode"/>
              </a:rPr>
              <a:t>,</a:t>
            </a:r>
            <a:r>
              <a:rPr sz="2000" spc="720" dirty="0">
                <a:latin typeface="Lucida Sans Unicode"/>
                <a:cs typeface="Lucida Sans Unicode"/>
              </a:rPr>
              <a:t> </a:t>
            </a:r>
            <a:r>
              <a:rPr sz="2000" spc="70" dirty="0">
                <a:latin typeface="Lucida Sans Unicode"/>
                <a:cs typeface="Lucida Sans Unicode"/>
              </a:rPr>
              <a:t>y</a:t>
            </a:r>
            <a:r>
              <a:rPr sz="2000" spc="72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35" dirty="0">
                <a:latin typeface="Lucida Sans Unicode"/>
                <a:cs typeface="Lucida Sans Unicode"/>
              </a:rPr>
              <a:t>n</a:t>
            </a:r>
            <a:r>
              <a:rPr sz="2000" spc="72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ñ</a:t>
            </a:r>
            <a:r>
              <a:rPr sz="2000" spc="-270" dirty="0">
                <a:latin typeface="Lucida Sans Unicode"/>
                <a:cs typeface="Lucida Sans Unicode"/>
              </a:rPr>
              <a:t> </a:t>
            </a:r>
            <a:r>
              <a:rPr sz="2000" spc="45" dirty="0">
                <a:latin typeface="Lucida Sans Unicode"/>
                <a:cs typeface="Lucida Sans Unicode"/>
              </a:rPr>
              <a:t>o</a:t>
            </a:r>
            <a:r>
              <a:rPr sz="2000" spc="72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85" dirty="0">
                <a:latin typeface="Lucida Sans Unicode"/>
                <a:cs typeface="Lucida Sans Unicode"/>
              </a:rPr>
              <a:t>b</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120" dirty="0">
                <a:latin typeface="Lucida Sans Unicode"/>
                <a:cs typeface="Lucida Sans Unicode"/>
              </a:rPr>
              <a:t>e</a:t>
            </a:r>
            <a:r>
              <a:rPr sz="2000" spc="72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72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0" dirty="0">
                <a:latin typeface="Lucida Sans Unicode"/>
                <a:cs typeface="Lucida Sans Unicode"/>
              </a:rPr>
              <a:t>s</a:t>
            </a:r>
            <a:r>
              <a:rPr sz="2000" spc="72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225" dirty="0">
                <a:latin typeface="Lucida Sans Unicode"/>
                <a:cs typeface="Lucida Sans Unicode"/>
              </a:rPr>
              <a:t>s</a:t>
            </a:r>
            <a:r>
              <a:rPr sz="2000" spc="5" dirty="0">
                <a:latin typeface="Lucida Sans Unicode"/>
                <a:cs typeface="Lucida Sans Unicode"/>
              </a:rPr>
              <a:t> “</a:t>
            </a:r>
            <a:r>
              <a:rPr sz="2000" spc="-270" dirty="0">
                <a:latin typeface="Lucida Sans Unicode"/>
                <a:cs typeface="Lucida Sans Unicode"/>
              </a:rPr>
              <a:t> </a:t>
            </a:r>
            <a:r>
              <a:rPr sz="2000" spc="-20" dirty="0">
                <a:latin typeface="Lucida Sans Unicode"/>
                <a:cs typeface="Lucida Sans Unicode"/>
              </a:rPr>
              <a:t>M</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5" dirty="0">
                <a:latin typeface="Lucida Sans Unicode"/>
                <a:cs typeface="Lucida Sans Unicode"/>
              </a:rPr>
              <a:t>”</a:t>
            </a:r>
            <a:r>
              <a:rPr sz="2000" spc="630" dirty="0">
                <a:latin typeface="Lucida Sans Unicode"/>
                <a:cs typeface="Lucida Sans Unicode"/>
              </a:rPr>
              <a:t> </a:t>
            </a:r>
            <a:r>
              <a:rPr sz="2000" spc="250" dirty="0">
                <a:latin typeface="Lucida Sans Unicode"/>
                <a:cs typeface="Lucida Sans Unicode"/>
              </a:rPr>
              <a:t>(</a:t>
            </a:r>
            <a:r>
              <a:rPr sz="2000" spc="-270" dirty="0">
                <a:latin typeface="Lucida Sans Unicode"/>
                <a:cs typeface="Lucida Sans Unicode"/>
              </a:rPr>
              <a:t> </a:t>
            </a:r>
            <a:r>
              <a:rPr sz="2000" spc="-15" dirty="0">
                <a:latin typeface="Lucida Sans Unicode"/>
                <a:cs typeface="Lucida Sans Unicode"/>
              </a:rPr>
              <a:t>4</a:t>
            </a:r>
            <a:r>
              <a:rPr sz="2000" spc="-270" dirty="0">
                <a:latin typeface="Lucida Sans Unicode"/>
                <a:cs typeface="Lucida Sans Unicode"/>
              </a:rPr>
              <a:t> </a:t>
            </a:r>
            <a:r>
              <a:rPr sz="2000" spc="-114" dirty="0">
                <a:latin typeface="Lucida Sans Unicode"/>
                <a:cs typeface="Lucida Sans Unicode"/>
              </a:rPr>
              <a:t>2</a:t>
            </a:r>
            <a:r>
              <a:rPr sz="2000" spc="-270" dirty="0">
                <a:latin typeface="Lucida Sans Unicode"/>
                <a:cs typeface="Lucida Sans Unicode"/>
              </a:rPr>
              <a:t> </a:t>
            </a:r>
            <a:r>
              <a:rPr sz="2000" spc="-15" dirty="0">
                <a:latin typeface="Lucida Sans Unicode"/>
                <a:cs typeface="Lucida Sans Unicode"/>
              </a:rPr>
              <a:t>0</a:t>
            </a:r>
            <a:r>
              <a:rPr sz="2000" spc="63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250" dirty="0">
                <a:latin typeface="Lucida Sans Unicode"/>
                <a:cs typeface="Lucida Sans Unicode"/>
              </a:rPr>
              <a:t>)</a:t>
            </a:r>
            <a:r>
              <a:rPr sz="2000" spc="630" dirty="0">
                <a:latin typeface="Lucida Sans Unicode"/>
                <a:cs typeface="Lucida Sans Unicode"/>
              </a:rPr>
              <a:t> </a:t>
            </a:r>
            <a:r>
              <a:rPr sz="2000" spc="70" dirty="0">
                <a:latin typeface="Lucida Sans Unicode"/>
                <a:cs typeface="Lucida Sans Unicode"/>
              </a:rPr>
              <a:t>y</a:t>
            </a:r>
            <a:r>
              <a:rPr sz="2000" spc="630" dirty="0">
                <a:latin typeface="Lucida Sans Unicode"/>
                <a:cs typeface="Lucida Sans Unicode"/>
              </a:rPr>
              <a:t> </a:t>
            </a:r>
            <a:r>
              <a:rPr sz="2000" spc="5" dirty="0">
                <a:latin typeface="Lucida Sans Unicode"/>
                <a:cs typeface="Lucida Sans Unicode"/>
              </a:rPr>
              <a:t>“</a:t>
            </a:r>
            <a:r>
              <a:rPr sz="2000" spc="-270" dirty="0">
                <a:latin typeface="Lucida Sans Unicode"/>
                <a:cs typeface="Lucida Sans Unicode"/>
              </a:rPr>
              <a:t> </a:t>
            </a:r>
            <a:r>
              <a:rPr sz="2000" spc="65" dirty="0">
                <a:latin typeface="Lucida Sans Unicode"/>
                <a:cs typeface="Lucida Sans Unicode"/>
              </a:rPr>
              <a:t>B</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25" dirty="0">
                <a:latin typeface="Lucida Sans Unicode"/>
                <a:cs typeface="Lucida Sans Unicode"/>
              </a:rPr>
              <a:t>j</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5" dirty="0">
                <a:latin typeface="Lucida Sans Unicode"/>
                <a:cs typeface="Lucida Sans Unicode"/>
              </a:rPr>
              <a:t>”</a:t>
            </a:r>
            <a:r>
              <a:rPr sz="2000" spc="630" dirty="0">
                <a:latin typeface="Lucida Sans Unicode"/>
                <a:cs typeface="Lucida Sans Unicode"/>
              </a:rPr>
              <a:t> </a:t>
            </a:r>
            <a:r>
              <a:rPr sz="2000" spc="250" dirty="0">
                <a:latin typeface="Lucida Sans Unicode"/>
                <a:cs typeface="Lucida Sans Unicode"/>
              </a:rPr>
              <a:t>(</a:t>
            </a:r>
            <a:r>
              <a:rPr sz="2000" spc="-270" dirty="0">
                <a:latin typeface="Lucida Sans Unicode"/>
                <a:cs typeface="Lucida Sans Unicode"/>
              </a:rPr>
              <a:t> </a:t>
            </a:r>
            <a:r>
              <a:rPr sz="2000" spc="-15" dirty="0">
                <a:latin typeface="Lucida Sans Unicode"/>
                <a:cs typeface="Lucida Sans Unicode"/>
              </a:rPr>
              <a:t>4</a:t>
            </a:r>
            <a:r>
              <a:rPr sz="2000" spc="-270" dirty="0">
                <a:latin typeface="Lucida Sans Unicode"/>
                <a:cs typeface="Lucida Sans Unicode"/>
              </a:rPr>
              <a:t> </a:t>
            </a:r>
            <a:r>
              <a:rPr sz="2000" spc="-15" dirty="0">
                <a:latin typeface="Lucida Sans Unicode"/>
                <a:cs typeface="Lucida Sans Unicode"/>
              </a:rPr>
              <a:t>0</a:t>
            </a:r>
            <a:r>
              <a:rPr sz="2000" spc="-270" dirty="0">
                <a:latin typeface="Lucida Sans Unicode"/>
                <a:cs typeface="Lucida Sans Unicode"/>
              </a:rPr>
              <a:t> </a:t>
            </a:r>
            <a:r>
              <a:rPr sz="2000" spc="-15" dirty="0">
                <a:latin typeface="Lucida Sans Unicode"/>
                <a:cs typeface="Lucida Sans Unicode"/>
              </a:rPr>
              <a:t>8</a:t>
            </a:r>
            <a:r>
              <a:rPr sz="2000" spc="63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250" dirty="0">
                <a:latin typeface="Lucida Sans Unicode"/>
                <a:cs typeface="Lucida Sans Unicode"/>
              </a:rPr>
              <a:t>)</a:t>
            </a:r>
            <a:r>
              <a:rPr sz="2000" spc="-270" dirty="0">
                <a:latin typeface="Lucida Sans Unicode"/>
                <a:cs typeface="Lucida Sans Unicode"/>
              </a:rPr>
              <a:t> </a:t>
            </a:r>
            <a:r>
              <a:rPr sz="2000" spc="-225" dirty="0">
                <a:latin typeface="Lucida Sans Unicode"/>
                <a:cs typeface="Lucida Sans Unicode"/>
              </a:rPr>
              <a:t>.</a:t>
            </a:r>
            <a:endParaRPr sz="2000">
              <a:latin typeface="Lucida Sans Unicode"/>
              <a:cs typeface="Lucida Sans Unicode"/>
            </a:endParaRPr>
          </a:p>
          <a:p>
            <a:pPr marL="12700" marR="5080" algn="just">
              <a:lnSpc>
                <a:spcPct val="109400"/>
              </a:lnSpc>
            </a:pPr>
            <a:r>
              <a:rPr sz="2000" spc="95" dirty="0">
                <a:latin typeface="Lucida Sans Unicode"/>
                <a:cs typeface="Lucida Sans Unicode"/>
              </a:rPr>
              <a:t>S</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35" dirty="0">
                <a:latin typeface="Lucida Sans Unicode"/>
                <a:cs typeface="Lucida Sans Unicode"/>
              </a:rPr>
              <a:t>n</a:t>
            </a:r>
            <a:r>
              <a:rPr sz="2000" spc="1875"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85" dirty="0">
                <a:latin typeface="Lucida Sans Unicode"/>
                <a:cs typeface="Lucida Sans Unicode"/>
              </a:rPr>
              <a:t>b</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00" dirty="0">
                <a:latin typeface="Lucida Sans Unicode"/>
                <a:cs typeface="Lucida Sans Unicode"/>
              </a:rPr>
              <a:t>g</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245" dirty="0">
                <a:latin typeface="Lucida Sans Unicode"/>
                <a:cs typeface="Lucida Sans Unicode"/>
              </a:rPr>
              <a:t>,</a:t>
            </a:r>
            <a:r>
              <a:rPr sz="2000" spc="1875"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85" dirty="0">
                <a:latin typeface="Lucida Sans Unicode"/>
                <a:cs typeface="Lucida Sans Unicode"/>
              </a:rPr>
              <a:t>b</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20" dirty="0">
                <a:latin typeface="Lucida Sans Unicode"/>
                <a:cs typeface="Lucida Sans Unicode"/>
              </a:rPr>
              <a:t>é</a:t>
            </a:r>
            <a:r>
              <a:rPr sz="2000" spc="-270" dirty="0">
                <a:latin typeface="Lucida Sans Unicode"/>
                <a:cs typeface="Lucida Sans Unicode"/>
              </a:rPr>
              <a:t> </a:t>
            </a:r>
            <a:r>
              <a:rPr sz="2000" spc="35" dirty="0">
                <a:latin typeface="Lucida Sans Unicode"/>
                <a:cs typeface="Lucida Sans Unicode"/>
              </a:rPr>
              <a:t>n</a:t>
            </a:r>
            <a:r>
              <a:rPr sz="2000" spc="1875"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120" dirty="0">
                <a:latin typeface="Lucida Sans Unicode"/>
                <a:cs typeface="Lucida Sans Unicode"/>
              </a:rPr>
              <a:t>e</a:t>
            </a:r>
            <a:r>
              <a:rPr sz="2000" spc="1875"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35" dirty="0">
                <a:latin typeface="Lucida Sans Unicode"/>
                <a:cs typeface="Lucida Sans Unicode"/>
              </a:rPr>
              <a:t>n</a:t>
            </a:r>
            <a:r>
              <a:rPr sz="2000" spc="1875"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 dirty="0">
                <a:latin typeface="Lucida Sans Unicode"/>
                <a:cs typeface="Lucida Sans Unicode"/>
              </a:rPr>
              <a:t>s</a:t>
            </a:r>
            <a:r>
              <a:rPr sz="2000" spc="1875"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40" dirty="0">
                <a:latin typeface="Lucida Sans Unicode"/>
                <a:cs typeface="Lucida Sans Unicode"/>
              </a:rPr>
              <a:t>e</a:t>
            </a:r>
            <a:r>
              <a:rPr sz="2000" spc="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5" dirty="0">
                <a:latin typeface="Lucida Sans Unicode"/>
                <a:cs typeface="Lucida Sans Unicode"/>
              </a:rPr>
              <a:t>f</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45" dirty="0">
                <a:latin typeface="Lucida Sans Unicode"/>
                <a:cs typeface="Lucida Sans Unicode"/>
              </a:rPr>
              <a:t>ó</a:t>
            </a:r>
            <a:r>
              <a:rPr sz="2000" spc="-270" dirty="0">
                <a:latin typeface="Lucida Sans Unicode"/>
                <a:cs typeface="Lucida Sans Unicode"/>
              </a:rPr>
              <a:t> </a:t>
            </a:r>
            <a:r>
              <a:rPr sz="2000" spc="35" dirty="0">
                <a:latin typeface="Lucida Sans Unicode"/>
                <a:cs typeface="Lucida Sans Unicode"/>
              </a:rPr>
              <a:t>n</a:t>
            </a:r>
            <a:r>
              <a:rPr sz="2000" spc="2185"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245" dirty="0">
                <a:latin typeface="Lucida Sans Unicode"/>
                <a:cs typeface="Lucida Sans Unicode"/>
              </a:rPr>
              <a:t>z</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245" dirty="0">
                <a:latin typeface="Lucida Sans Unicode"/>
                <a:cs typeface="Lucida Sans Unicode"/>
              </a:rPr>
              <a:t>,</a:t>
            </a:r>
            <a:r>
              <a:rPr sz="2000" spc="2185"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120" dirty="0">
                <a:latin typeface="Lucida Sans Unicode"/>
                <a:cs typeface="Lucida Sans Unicode"/>
              </a:rPr>
              <a:t>e</a:t>
            </a:r>
            <a:r>
              <a:rPr sz="2000" spc="2185"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185"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245" dirty="0">
                <a:latin typeface="Lucida Sans Unicode"/>
                <a:cs typeface="Lucida Sans Unicode"/>
              </a:rPr>
              <a:t>s</a:t>
            </a:r>
            <a:r>
              <a:rPr sz="2000" spc="5"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 dirty="0">
                <a:latin typeface="Lucida Sans Unicode"/>
                <a:cs typeface="Lucida Sans Unicode"/>
              </a:rPr>
              <a:t>s</a:t>
            </a:r>
            <a:r>
              <a:rPr sz="2000" spc="1960" dirty="0">
                <a:latin typeface="Lucida Sans Unicode"/>
                <a:cs typeface="Lucida Sans Unicode"/>
              </a:rPr>
              <a:t> </a:t>
            </a:r>
            <a:r>
              <a:rPr sz="2000" spc="5" dirty="0">
                <a:latin typeface="Lucida Sans Unicode"/>
                <a:cs typeface="Lucida Sans Unicode"/>
              </a:rPr>
              <a:t>“</a:t>
            </a:r>
            <a:r>
              <a:rPr sz="2000" spc="-270" dirty="0">
                <a:latin typeface="Lucida Sans Unicode"/>
                <a:cs typeface="Lucida Sans Unicode"/>
              </a:rPr>
              <a:t> </a:t>
            </a:r>
            <a:r>
              <a:rPr sz="2000" spc="65" dirty="0">
                <a:latin typeface="Lucida Sans Unicode"/>
                <a:cs typeface="Lucida Sans Unicode"/>
              </a:rPr>
              <a:t>B</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25" dirty="0">
                <a:latin typeface="Lucida Sans Unicode"/>
                <a:cs typeface="Lucida Sans Unicode"/>
              </a:rPr>
              <a:t>j</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5" dirty="0">
                <a:latin typeface="Lucida Sans Unicode"/>
                <a:cs typeface="Lucida Sans Unicode"/>
              </a:rPr>
              <a:t>”</a:t>
            </a:r>
            <a:r>
              <a:rPr sz="2000" spc="1960" dirty="0">
                <a:latin typeface="Lucida Sans Unicode"/>
                <a:cs typeface="Lucida Sans Unicode"/>
              </a:rPr>
              <a:t> </a:t>
            </a:r>
            <a:r>
              <a:rPr sz="2000" spc="70" dirty="0">
                <a:latin typeface="Lucida Sans Unicode"/>
                <a:cs typeface="Lucida Sans Unicode"/>
              </a:rPr>
              <a:t>y</a:t>
            </a:r>
            <a:r>
              <a:rPr sz="2000" spc="1960" dirty="0">
                <a:latin typeface="Lucida Sans Unicode"/>
                <a:cs typeface="Lucida Sans Unicode"/>
              </a:rPr>
              <a:t> </a:t>
            </a:r>
            <a:r>
              <a:rPr sz="2000" spc="5" dirty="0">
                <a:latin typeface="Lucida Sans Unicode"/>
                <a:cs typeface="Lucida Sans Unicode"/>
              </a:rPr>
              <a:t>“</a:t>
            </a:r>
            <a:r>
              <a:rPr sz="2000" spc="-270" dirty="0">
                <a:latin typeface="Lucida Sans Unicode"/>
                <a:cs typeface="Lucida Sans Unicode"/>
              </a:rPr>
              <a:t> </a:t>
            </a:r>
            <a:r>
              <a:rPr sz="2000" spc="-20" dirty="0">
                <a:latin typeface="Lucida Sans Unicode"/>
                <a:cs typeface="Lucida Sans Unicode"/>
              </a:rPr>
              <a:t>M</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5" dirty="0">
                <a:latin typeface="Lucida Sans Unicode"/>
                <a:cs typeface="Lucida Sans Unicode"/>
              </a:rPr>
              <a:t>”</a:t>
            </a:r>
            <a:r>
              <a:rPr sz="2000" spc="-270" dirty="0">
                <a:latin typeface="Lucida Sans Unicode"/>
                <a:cs typeface="Lucida Sans Unicode"/>
              </a:rPr>
              <a:t> </a:t>
            </a:r>
            <a:r>
              <a:rPr sz="2000" spc="-245" dirty="0">
                <a:latin typeface="Lucida Sans Unicode"/>
                <a:cs typeface="Lucida Sans Unicode"/>
              </a:rPr>
              <a:t>,</a:t>
            </a:r>
            <a:r>
              <a:rPr sz="2000" spc="196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45" dirty="0">
                <a:latin typeface="Lucida Sans Unicode"/>
                <a:cs typeface="Lucida Sans Unicode"/>
              </a:rPr>
              <a:t>o</a:t>
            </a:r>
            <a:r>
              <a:rPr sz="2000" spc="1960" dirty="0">
                <a:latin typeface="Lucida Sans Unicode"/>
                <a:cs typeface="Lucida Sans Unicode"/>
              </a:rPr>
              <a:t> </a:t>
            </a:r>
            <a:r>
              <a:rPr sz="2000" spc="85" dirty="0">
                <a:latin typeface="Lucida Sans Unicode"/>
                <a:cs typeface="Lucida Sans Unicode"/>
              </a:rPr>
              <a:t>q</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120" dirty="0">
                <a:latin typeface="Lucida Sans Unicode"/>
                <a:cs typeface="Lucida Sans Unicode"/>
              </a:rPr>
              <a:t>e</a:t>
            </a:r>
            <a:r>
              <a:rPr sz="2000" spc="196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240" dirty="0">
                <a:latin typeface="Lucida Sans Unicode"/>
                <a:cs typeface="Lucida Sans Unicode"/>
              </a:rPr>
              <a:t>a</a:t>
            </a:r>
            <a:r>
              <a:rPr sz="2000" spc="1960" dirty="0">
                <a:latin typeface="Lucida Sans Unicode"/>
                <a:cs typeface="Lucida Sans Unicode"/>
              </a:rPr>
              <a:t> </a:t>
            </a:r>
            <a:r>
              <a:rPr sz="2000" spc="85" dirty="0">
                <a:latin typeface="Lucida Sans Unicode"/>
                <a:cs typeface="Lucida Sans Unicode"/>
              </a:rPr>
              <a:t>q</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120" dirty="0">
                <a:latin typeface="Lucida Sans Unicode"/>
                <a:cs typeface="Lucida Sans Unicode"/>
              </a:rPr>
              <a:t>e</a:t>
            </a:r>
            <a:r>
              <a:rPr sz="2000" spc="196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70" dirty="0">
                <a:latin typeface="Lucida Sans Unicode"/>
                <a:cs typeface="Lucida Sans Unicode"/>
              </a:rPr>
              <a:t>l</a:t>
            </a:r>
            <a:r>
              <a:rPr sz="2000" spc="-100"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45" dirty="0">
                <a:latin typeface="Lucida Sans Unicode"/>
                <a:cs typeface="Lucida Sans Unicode"/>
              </a:rPr>
              <a:t>o</a:t>
            </a:r>
            <a:r>
              <a:rPr sz="2000" spc="1660"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166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75" dirty="0">
                <a:latin typeface="Lucida Sans Unicode"/>
                <a:cs typeface="Lucida Sans Unicode"/>
              </a:rPr>
              <a:t>r</a:t>
            </a:r>
            <a:r>
              <a:rPr sz="2000" spc="166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5" dirty="0">
                <a:latin typeface="Lucida Sans Unicode"/>
                <a:cs typeface="Lucida Sans Unicode"/>
              </a:rPr>
              <a:t>f</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 dirty="0">
                <a:latin typeface="Lucida Sans Unicode"/>
                <a:cs typeface="Lucida Sans Unicode"/>
              </a:rPr>
              <a:t>s</a:t>
            </a:r>
            <a:r>
              <a:rPr sz="2000" spc="1660"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240" dirty="0">
                <a:latin typeface="Lucida Sans Unicode"/>
                <a:cs typeface="Lucida Sans Unicode"/>
              </a:rPr>
              <a:t>a</a:t>
            </a:r>
            <a:r>
              <a:rPr sz="2000" spc="166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100" dirty="0">
                <a:latin typeface="Lucida Sans Unicode"/>
                <a:cs typeface="Lucida Sans Unicode"/>
              </a:rPr>
              <a:t>g</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335" dirty="0">
                <a:latin typeface="Lucida Sans Unicode"/>
                <a:cs typeface="Lucida Sans Unicode"/>
              </a:rPr>
              <a:t>r</a:t>
            </a:r>
            <a:r>
              <a:rPr sz="2000" spc="-6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63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 dirty="0">
                <a:latin typeface="Lucida Sans Unicode"/>
                <a:cs typeface="Lucida Sans Unicode"/>
              </a:rPr>
              <a:t>s</a:t>
            </a:r>
            <a:r>
              <a:rPr sz="2000" spc="63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0" dirty="0">
                <a:latin typeface="Lucida Sans Unicode"/>
                <a:cs typeface="Lucida Sans Unicode"/>
              </a:rPr>
              <a:t>s</a:t>
            </a:r>
            <a:r>
              <a:rPr sz="2000" spc="63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630" dirty="0">
                <a:latin typeface="Lucida Sans Unicode"/>
                <a:cs typeface="Lucida Sans Unicode"/>
              </a:rPr>
              <a:t> </a:t>
            </a:r>
            <a:r>
              <a:rPr sz="2000" spc="150" dirty="0">
                <a:latin typeface="Lucida Sans Unicode"/>
                <a:cs typeface="Lucida Sans Unicode"/>
              </a:rPr>
              <a:t>C</a:t>
            </a:r>
            <a:r>
              <a:rPr sz="2000" spc="-270" dirty="0">
                <a:latin typeface="Lucida Sans Unicode"/>
                <a:cs typeface="Lucida Sans Unicode"/>
              </a:rPr>
              <a:t> </a:t>
            </a:r>
            <a:r>
              <a:rPr sz="2000" spc="15" dirty="0">
                <a:latin typeface="Lucida Sans Unicode"/>
                <a:cs typeface="Lucida Sans Unicode"/>
              </a:rPr>
              <a:t>O</a:t>
            </a:r>
            <a:r>
              <a:rPr sz="2000" spc="-270" dirty="0">
                <a:latin typeface="Lucida Sans Unicode"/>
                <a:cs typeface="Lucida Sans Unicode"/>
              </a:rPr>
              <a:t> </a:t>
            </a:r>
            <a:r>
              <a:rPr sz="2000" spc="-225" dirty="0">
                <a:latin typeface="Lucida Sans Unicode"/>
                <a:cs typeface="Lucida Sans Unicode"/>
              </a:rPr>
              <a:t>.</a:t>
            </a:r>
            <a:endParaRPr sz="2000">
              <a:latin typeface="Lucida Sans Unicode"/>
              <a:cs typeface="Lucida Sans Unicode"/>
            </a:endParaRPr>
          </a:p>
          <a:p>
            <a:pPr marL="12700" marR="5080" algn="just">
              <a:lnSpc>
                <a:spcPct val="109400"/>
              </a:lnSpc>
            </a:pPr>
            <a:r>
              <a:rPr sz="2000" spc="-204"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1685"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00" dirty="0">
                <a:latin typeface="Lucida Sans Unicode"/>
                <a:cs typeface="Lucida Sans Unicode"/>
              </a:rPr>
              <a:t>g</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90" dirty="0">
                <a:latin typeface="Lucida Sans Unicode"/>
                <a:cs typeface="Lucida Sans Unicode"/>
              </a:rPr>
              <a:t>l</a:t>
            </a:r>
            <a:r>
              <a:rPr sz="2000" spc="1685"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90" dirty="0">
                <a:latin typeface="Lucida Sans Unicode"/>
                <a:cs typeface="Lucida Sans Unicode"/>
              </a:rPr>
              <a:t>l</a:t>
            </a:r>
            <a:r>
              <a:rPr sz="2000" spc="1685" dirty="0">
                <a:latin typeface="Lucida Sans Unicode"/>
                <a:cs typeface="Lucida Sans Unicode"/>
              </a:rPr>
              <a:t> </a:t>
            </a:r>
            <a:r>
              <a:rPr sz="2000" spc="250" dirty="0">
                <a:latin typeface="Lucida Sans Unicode"/>
                <a:cs typeface="Lucida Sans Unicode"/>
              </a:rPr>
              <a:t>(</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1685"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85" dirty="0">
                <a:latin typeface="Lucida Sans Unicode"/>
                <a:cs typeface="Lucida Sans Unicode"/>
              </a:rPr>
              <a:t>b</a:t>
            </a:r>
            <a:r>
              <a:rPr sz="2000" spc="-270" dirty="0">
                <a:latin typeface="Lucida Sans Unicode"/>
                <a:cs typeface="Lucida Sans Unicode"/>
              </a:rPr>
              <a:t> </a:t>
            </a:r>
            <a:r>
              <a:rPr sz="2000" spc="240" dirty="0">
                <a:latin typeface="Lucida Sans Unicode"/>
                <a:cs typeface="Lucida Sans Unicode"/>
              </a:rPr>
              <a:t>a</a:t>
            </a:r>
            <a:r>
              <a:rPr sz="2000" spc="1685" dirty="0">
                <a:latin typeface="Lucida Sans Unicode"/>
                <a:cs typeface="Lucida Sans Unicode"/>
              </a:rPr>
              <a:t> </a:t>
            </a:r>
            <a:r>
              <a:rPr sz="2000" spc="240" dirty="0">
                <a:latin typeface="Lucida Sans Unicode"/>
                <a:cs typeface="Lucida Sans Unicode"/>
              </a:rPr>
              <a:t>a</a:t>
            </a:r>
            <a:r>
              <a:rPr sz="2000" spc="1685"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1685"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245" dirty="0">
                <a:latin typeface="Lucida Sans Unicode"/>
                <a:cs typeface="Lucida Sans Unicode"/>
              </a:rPr>
              <a:t>z</a:t>
            </a:r>
            <a:r>
              <a:rPr sz="2000" spc="-270" dirty="0">
                <a:latin typeface="Lucida Sans Unicode"/>
                <a:cs typeface="Lucida Sans Unicode"/>
              </a:rPr>
              <a:t> </a:t>
            </a:r>
            <a:r>
              <a:rPr sz="2000" spc="85" dirty="0">
                <a:latin typeface="Lucida Sans Unicode"/>
                <a:cs typeface="Lucida Sans Unicode"/>
              </a:rPr>
              <a:t>q</a:t>
            </a:r>
            <a:r>
              <a:rPr sz="2000" spc="-270" dirty="0">
                <a:latin typeface="Lucida Sans Unicode"/>
                <a:cs typeface="Lucida Sans Unicode"/>
              </a:rPr>
              <a:t> </a:t>
            </a:r>
            <a:r>
              <a:rPr sz="2000" spc="35" dirty="0">
                <a:latin typeface="Lucida Sans Unicode"/>
                <a:cs typeface="Lucida Sans Unicode"/>
              </a:rPr>
              <a:t>u</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60" dirty="0">
                <a:latin typeface="Lucida Sans Unicode"/>
                <a:cs typeface="Lucida Sans Unicode"/>
              </a:rPr>
              <a:t>a</a:t>
            </a:r>
            <a:r>
              <a:rPr sz="2000" spc="140" dirty="0">
                <a:latin typeface="Lucida Sans Unicode"/>
                <a:cs typeface="Lucida Sans Unicode"/>
              </a:rPr>
              <a:t> </a:t>
            </a:r>
            <a:r>
              <a:rPr sz="2000" spc="35" dirty="0">
                <a:latin typeface="Lucida Sans Unicode"/>
                <a:cs typeface="Lucida Sans Unicode"/>
              </a:rPr>
              <a:t>h</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240" dirty="0">
                <a:latin typeface="Lucida Sans Unicode"/>
                <a:cs typeface="Lucida Sans Unicode"/>
              </a:rPr>
              <a:t>a</a:t>
            </a:r>
            <a:r>
              <a:rPr sz="2000" spc="3045"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85" dirty="0">
                <a:latin typeface="Lucida Sans Unicode"/>
                <a:cs typeface="Lucida Sans Unicode"/>
              </a:rPr>
              <a:t>b</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25" dirty="0">
                <a:latin typeface="Lucida Sans Unicode"/>
                <a:cs typeface="Lucida Sans Unicode"/>
              </a:rPr>
              <a:t>j</a:t>
            </a:r>
            <a:r>
              <a:rPr sz="2000" spc="-270" dirty="0">
                <a:latin typeface="Lucida Sans Unicode"/>
                <a:cs typeface="Lucida Sans Unicode"/>
              </a:rPr>
              <a:t> </a:t>
            </a:r>
            <a:r>
              <a:rPr sz="2000" spc="45" dirty="0">
                <a:latin typeface="Lucida Sans Unicode"/>
                <a:cs typeface="Lucida Sans Unicode"/>
              </a:rPr>
              <a:t>o</a:t>
            </a:r>
            <a:r>
              <a:rPr sz="2000" spc="3045" dirty="0">
                <a:latin typeface="Lucida Sans Unicode"/>
                <a:cs typeface="Lucida Sans Unicode"/>
              </a:rPr>
              <a:t> </a:t>
            </a:r>
            <a:r>
              <a:rPr sz="2000" spc="240" dirty="0">
                <a:latin typeface="Lucida Sans Unicode"/>
                <a:cs typeface="Lucida Sans Unicode"/>
              </a:rPr>
              <a:t>a</a:t>
            </a:r>
            <a:r>
              <a:rPr sz="2000" spc="3045"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3045"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35" dirty="0">
                <a:latin typeface="Lucida Sans Unicode"/>
                <a:cs typeface="Lucida Sans Unicode"/>
              </a:rPr>
              <a:t>h</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250" dirty="0">
                <a:latin typeface="Lucida Sans Unicode"/>
                <a:cs typeface="Lucida Sans Unicode"/>
              </a:rPr>
              <a:t>)</a:t>
            </a:r>
            <a:r>
              <a:rPr sz="2000" spc="3045"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240" dirty="0">
                <a:latin typeface="Lucida Sans Unicode"/>
                <a:cs typeface="Lucida Sans Unicode"/>
              </a:rPr>
              <a:t>a</a:t>
            </a:r>
            <a:r>
              <a:rPr sz="2000" spc="3045" dirty="0">
                <a:latin typeface="Lucida Sans Unicode"/>
                <a:cs typeface="Lucida Sans Unicode"/>
              </a:rPr>
              <a:t> </a:t>
            </a:r>
            <a:r>
              <a:rPr sz="2000" spc="-90" dirty="0">
                <a:latin typeface="Lucida Sans Unicode"/>
                <a:cs typeface="Lucida Sans Unicode"/>
              </a:rPr>
              <a:t>l</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300" dirty="0">
                <a:latin typeface="Lucida Sans Unicode"/>
                <a:cs typeface="Lucida Sans Unicode"/>
              </a:rPr>
              <a:t>s</a:t>
            </a:r>
            <a:r>
              <a:rPr sz="2000" spc="5" dirty="0">
                <a:latin typeface="Lucida Sans Unicode"/>
                <a:cs typeface="Lucida Sans Unicode"/>
              </a:rPr>
              <a:t> </a:t>
            </a:r>
            <a:r>
              <a:rPr sz="2000" spc="85" dirty="0">
                <a:latin typeface="Lucida Sans Unicode"/>
                <a:cs typeface="Lucida Sans Unicode"/>
              </a:rPr>
              <a:t>p</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90" dirty="0">
                <a:latin typeface="Lucida Sans Unicode"/>
                <a:cs typeface="Lucida Sans Unicode"/>
              </a:rPr>
              <a:t>i</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35" dirty="0">
                <a:latin typeface="Lucida Sans Unicode"/>
                <a:cs typeface="Lucida Sans Unicode"/>
              </a:rPr>
              <a:t>n</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0" dirty="0">
                <a:latin typeface="Lucida Sans Unicode"/>
                <a:cs typeface="Lucida Sans Unicode"/>
              </a:rPr>
              <a:t>s</a:t>
            </a:r>
            <a:r>
              <a:rPr sz="2000" spc="63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45" dirty="0">
                <a:latin typeface="Lucida Sans Unicode"/>
                <a:cs typeface="Lucida Sans Unicode"/>
              </a:rPr>
              <a:t>o</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75" dirty="0">
                <a:latin typeface="Lucida Sans Unicode"/>
                <a:cs typeface="Lucida Sans Unicode"/>
              </a:rPr>
              <a:t>r</a:t>
            </a:r>
            <a:r>
              <a:rPr sz="2000" spc="-27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180" dirty="0">
                <a:latin typeface="Lucida Sans Unicode"/>
                <a:cs typeface="Lucida Sans Unicode"/>
              </a:rPr>
              <a:t>c</a:t>
            </a:r>
            <a:r>
              <a:rPr sz="2000" spc="-270" dirty="0">
                <a:latin typeface="Lucida Sans Unicode"/>
                <a:cs typeface="Lucida Sans Unicode"/>
              </a:rPr>
              <a:t> </a:t>
            </a:r>
            <a:r>
              <a:rPr sz="2000" spc="-25" dirty="0">
                <a:latin typeface="Lucida Sans Unicode"/>
                <a:cs typeface="Lucida Sans Unicode"/>
              </a:rPr>
              <a:t>t</a:t>
            </a:r>
            <a:r>
              <a:rPr sz="2000" spc="-270" dirty="0">
                <a:latin typeface="Lucida Sans Unicode"/>
                <a:cs typeface="Lucida Sans Unicode"/>
              </a:rPr>
              <a:t> </a:t>
            </a:r>
            <a:r>
              <a:rPr sz="2000" spc="240" dirty="0">
                <a:latin typeface="Lucida Sans Unicode"/>
                <a:cs typeface="Lucida Sans Unicode"/>
              </a:rPr>
              <a:t>a</a:t>
            </a:r>
            <a:r>
              <a:rPr sz="2000" spc="-270" dirty="0">
                <a:latin typeface="Lucida Sans Unicode"/>
                <a:cs typeface="Lucida Sans Unicode"/>
              </a:rPr>
              <a:t> </a:t>
            </a:r>
            <a:r>
              <a:rPr sz="2000" spc="10" dirty="0">
                <a:latin typeface="Lucida Sans Unicode"/>
                <a:cs typeface="Lucida Sans Unicode"/>
              </a:rPr>
              <a:t>s</a:t>
            </a:r>
            <a:r>
              <a:rPr sz="2000" spc="-270" dirty="0">
                <a:latin typeface="Lucida Sans Unicode"/>
                <a:cs typeface="Lucida Sans Unicode"/>
              </a:rPr>
              <a:t> </a:t>
            </a:r>
            <a:r>
              <a:rPr sz="2000" spc="-225" dirty="0">
                <a:latin typeface="Lucida Sans Unicode"/>
                <a:cs typeface="Lucida Sans Unicode"/>
              </a:rPr>
              <a:t>.</a:t>
            </a:r>
            <a:endParaRPr sz="2000">
              <a:latin typeface="Lucida Sans Unicode"/>
              <a:cs typeface="Lucida Sans Unicode"/>
            </a:endParaRPr>
          </a:p>
        </p:txBody>
      </p:sp>
      <p:grpSp>
        <p:nvGrpSpPr>
          <p:cNvPr id="15" name="object 15"/>
          <p:cNvGrpSpPr/>
          <p:nvPr/>
        </p:nvGrpSpPr>
        <p:grpSpPr>
          <a:xfrm>
            <a:off x="8686176" y="7054214"/>
            <a:ext cx="85725" cy="1085850"/>
            <a:chOff x="8686176" y="7054214"/>
            <a:chExt cx="85725" cy="1085850"/>
          </a:xfrm>
        </p:grpSpPr>
        <p:pic>
          <p:nvPicPr>
            <p:cNvPr id="16" name="object 16"/>
            <p:cNvPicPr/>
            <p:nvPr/>
          </p:nvPicPr>
          <p:blipFill>
            <a:blip r:embed="rId4" cstate="print"/>
            <a:stretch>
              <a:fillRect/>
            </a:stretch>
          </p:blipFill>
          <p:spPr>
            <a:xfrm>
              <a:off x="8686176" y="7054214"/>
              <a:ext cx="85725" cy="85724"/>
            </a:xfrm>
            <a:prstGeom prst="rect">
              <a:avLst/>
            </a:prstGeom>
          </p:spPr>
        </p:pic>
        <p:pic>
          <p:nvPicPr>
            <p:cNvPr id="17" name="object 17"/>
            <p:cNvPicPr/>
            <p:nvPr/>
          </p:nvPicPr>
          <p:blipFill>
            <a:blip r:embed="rId4" cstate="print"/>
            <a:stretch>
              <a:fillRect/>
            </a:stretch>
          </p:blipFill>
          <p:spPr>
            <a:xfrm>
              <a:off x="8686176" y="8054339"/>
              <a:ext cx="85725" cy="85724"/>
            </a:xfrm>
            <a:prstGeom prst="rect">
              <a:avLst/>
            </a:prstGeom>
          </p:spPr>
        </p:pic>
      </p:grpSp>
      <p:sp>
        <p:nvSpPr>
          <p:cNvPr id="18" name="object 18"/>
          <p:cNvSpPr txBox="1"/>
          <p:nvPr/>
        </p:nvSpPr>
        <p:spPr>
          <a:xfrm>
            <a:off x="8914726" y="6892276"/>
            <a:ext cx="7585709" cy="692150"/>
          </a:xfrm>
          <a:prstGeom prst="rect">
            <a:avLst/>
          </a:prstGeom>
        </p:spPr>
        <p:txBody>
          <a:bodyPr vert="horz" wrap="square" lIns="0" tIns="41275" rIns="0" bIns="0" rtlCol="0">
            <a:spAutoFit/>
          </a:bodyPr>
          <a:lstStyle/>
          <a:p>
            <a:pPr marL="12700">
              <a:lnSpc>
                <a:spcPct val="100000"/>
              </a:lnSpc>
              <a:spcBef>
                <a:spcPts val="325"/>
              </a:spcBef>
              <a:tabLst>
                <a:tab pos="993140" algn="l"/>
                <a:tab pos="2678430" algn="l"/>
                <a:tab pos="4017010" algn="l"/>
                <a:tab pos="4876165" algn="l"/>
                <a:tab pos="5640070" algn="l"/>
              </a:tabLst>
            </a:pPr>
            <a:r>
              <a:rPr sz="2000" spc="-210" dirty="0">
                <a:latin typeface="Lucida Sans Unicode"/>
                <a:cs typeface="Lucida Sans Unicode"/>
              </a:rPr>
              <a:t>L</a:t>
            </a:r>
            <a:r>
              <a:rPr sz="2000" spc="-245" dirty="0">
                <a:latin typeface="Lucida Sans Unicode"/>
                <a:cs typeface="Lucida Sans Unicode"/>
              </a:rPr>
              <a:t> </a:t>
            </a:r>
            <a:r>
              <a:rPr sz="2000" dirty="0">
                <a:latin typeface="Lucida Sans Unicode"/>
                <a:cs typeface="Lucida Sans Unicode"/>
              </a:rPr>
              <a:t>o</a:t>
            </a:r>
            <a:r>
              <a:rPr sz="2000" spc="-240" dirty="0">
                <a:latin typeface="Lucida Sans Unicode"/>
                <a:cs typeface="Lucida Sans Unicode"/>
              </a:rPr>
              <a:t> </a:t>
            </a:r>
            <a:r>
              <a:rPr sz="2000" spc="-50" dirty="0">
                <a:latin typeface="Lucida Sans Unicode"/>
                <a:cs typeface="Lucida Sans Unicode"/>
              </a:rPr>
              <a:t>s</a:t>
            </a:r>
            <a:r>
              <a:rPr sz="2000" dirty="0">
                <a:latin typeface="Lucida Sans Unicode"/>
                <a:cs typeface="Lucida Sans Unicode"/>
              </a:rPr>
              <a:t>	</a:t>
            </a:r>
            <a:r>
              <a:rPr sz="2000" spc="80" dirty="0">
                <a:latin typeface="Lucida Sans Unicode"/>
                <a:cs typeface="Lucida Sans Unicode"/>
              </a:rPr>
              <a:t>v</a:t>
            </a:r>
            <a:r>
              <a:rPr sz="2000" spc="-260" dirty="0">
                <a:latin typeface="Lucida Sans Unicode"/>
                <a:cs typeface="Lucida Sans Unicode"/>
              </a:rPr>
              <a:t> </a:t>
            </a:r>
            <a:r>
              <a:rPr sz="2000" spc="240" dirty="0">
                <a:latin typeface="Lucida Sans Unicode"/>
                <a:cs typeface="Lucida Sans Unicode"/>
              </a:rPr>
              <a:t>a</a:t>
            </a:r>
            <a:r>
              <a:rPr sz="2000" spc="-260" dirty="0">
                <a:latin typeface="Lucida Sans Unicode"/>
                <a:cs typeface="Lucida Sans Unicode"/>
              </a:rPr>
              <a:t> </a:t>
            </a:r>
            <a:r>
              <a:rPr sz="2000" spc="-95" dirty="0">
                <a:latin typeface="Lucida Sans Unicode"/>
                <a:cs typeface="Lucida Sans Unicode"/>
              </a:rPr>
              <a:t>l</a:t>
            </a:r>
            <a:r>
              <a:rPr sz="2000" spc="-254" dirty="0">
                <a:latin typeface="Lucida Sans Unicode"/>
                <a:cs typeface="Lucida Sans Unicode"/>
              </a:rPr>
              <a:t> </a:t>
            </a:r>
            <a:r>
              <a:rPr sz="2000" dirty="0">
                <a:latin typeface="Lucida Sans Unicode"/>
                <a:cs typeface="Lucida Sans Unicode"/>
              </a:rPr>
              <a:t>o</a:t>
            </a:r>
            <a:r>
              <a:rPr sz="2000" spc="-260" dirty="0">
                <a:latin typeface="Lucida Sans Unicode"/>
                <a:cs typeface="Lucida Sans Unicode"/>
              </a:rPr>
              <a:t> </a:t>
            </a:r>
            <a:r>
              <a:rPr sz="2000" spc="-80" dirty="0">
                <a:latin typeface="Lucida Sans Unicode"/>
                <a:cs typeface="Lucida Sans Unicode"/>
              </a:rPr>
              <a:t>r</a:t>
            </a:r>
            <a:r>
              <a:rPr sz="2000" spc="-254" dirty="0">
                <a:latin typeface="Lucida Sans Unicode"/>
                <a:cs typeface="Lucida Sans Unicode"/>
              </a:rPr>
              <a:t> </a:t>
            </a:r>
            <a:r>
              <a:rPr sz="2000" spc="120" dirty="0">
                <a:latin typeface="Lucida Sans Unicode"/>
                <a:cs typeface="Lucida Sans Unicode"/>
              </a:rPr>
              <a:t>e</a:t>
            </a:r>
            <a:r>
              <a:rPr sz="2000" spc="-260" dirty="0">
                <a:latin typeface="Lucida Sans Unicode"/>
                <a:cs typeface="Lucida Sans Unicode"/>
              </a:rPr>
              <a:t> </a:t>
            </a:r>
            <a:r>
              <a:rPr sz="2000" spc="-50" dirty="0">
                <a:latin typeface="Lucida Sans Unicode"/>
                <a:cs typeface="Lucida Sans Unicode"/>
              </a:rPr>
              <a:t>s</a:t>
            </a:r>
            <a:r>
              <a:rPr sz="2000" dirty="0">
                <a:latin typeface="Lucida Sans Unicode"/>
                <a:cs typeface="Lucida Sans Unicode"/>
              </a:rPr>
              <a:t>	</a:t>
            </a:r>
            <a:r>
              <a:rPr sz="2000" spc="-90" dirty="0">
                <a:latin typeface="Lucida Sans Unicode"/>
                <a:cs typeface="Lucida Sans Unicode"/>
              </a:rPr>
              <a:t>f</a:t>
            </a:r>
            <a:r>
              <a:rPr sz="2000" spc="-260" dirty="0">
                <a:latin typeface="Lucida Sans Unicode"/>
                <a:cs typeface="Lucida Sans Unicode"/>
              </a:rPr>
              <a:t> </a:t>
            </a:r>
            <a:r>
              <a:rPr sz="2000" dirty="0">
                <a:latin typeface="Lucida Sans Unicode"/>
                <a:cs typeface="Lucida Sans Unicode"/>
              </a:rPr>
              <a:t>u</a:t>
            </a:r>
            <a:r>
              <a:rPr sz="2000" spc="-254" dirty="0">
                <a:latin typeface="Lucida Sans Unicode"/>
                <a:cs typeface="Lucida Sans Unicode"/>
              </a:rPr>
              <a:t> </a:t>
            </a:r>
            <a:r>
              <a:rPr sz="2000" spc="120" dirty="0">
                <a:latin typeface="Lucida Sans Unicode"/>
                <a:cs typeface="Lucida Sans Unicode"/>
              </a:rPr>
              <a:t>e</a:t>
            </a:r>
            <a:r>
              <a:rPr sz="2000" spc="-254" dirty="0">
                <a:latin typeface="Lucida Sans Unicode"/>
                <a:cs typeface="Lucida Sans Unicode"/>
              </a:rPr>
              <a:t> </a:t>
            </a:r>
            <a:r>
              <a:rPr sz="2000" spc="-80" dirty="0">
                <a:latin typeface="Lucida Sans Unicode"/>
                <a:cs typeface="Lucida Sans Unicode"/>
              </a:rPr>
              <a:t>r</a:t>
            </a:r>
            <a:r>
              <a:rPr sz="2000" spc="-254" dirty="0">
                <a:latin typeface="Lucida Sans Unicode"/>
                <a:cs typeface="Lucida Sans Unicode"/>
              </a:rPr>
              <a:t> </a:t>
            </a:r>
            <a:r>
              <a:rPr sz="2000" spc="190" dirty="0">
                <a:latin typeface="Lucida Sans Unicode"/>
                <a:cs typeface="Lucida Sans Unicode"/>
              </a:rPr>
              <a:t>a</a:t>
            </a:r>
            <a:r>
              <a:rPr sz="200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70" dirty="0">
                <a:latin typeface="Lucida Sans Unicode"/>
                <a:cs typeface="Lucida Sans Unicode"/>
              </a:rPr>
              <a:t>e</a:t>
            </a:r>
            <a:r>
              <a:rPr sz="2000" dirty="0">
                <a:latin typeface="Lucida Sans Unicode"/>
                <a:cs typeface="Lucida Sans Unicode"/>
              </a:rPr>
              <a:t>	</a:t>
            </a:r>
            <a:r>
              <a:rPr sz="2000" spc="-95" dirty="0">
                <a:latin typeface="Lucida Sans Unicode"/>
                <a:cs typeface="Lucida Sans Unicode"/>
              </a:rPr>
              <a:t>l</a:t>
            </a:r>
            <a:r>
              <a:rPr sz="2000" spc="-265" dirty="0">
                <a:latin typeface="Lucida Sans Unicode"/>
                <a:cs typeface="Lucida Sans Unicode"/>
              </a:rPr>
              <a:t> </a:t>
            </a:r>
            <a:r>
              <a:rPr sz="2000" spc="190" dirty="0">
                <a:latin typeface="Lucida Sans Unicode"/>
                <a:cs typeface="Lucida Sans Unicode"/>
              </a:rPr>
              <a:t>a</a:t>
            </a:r>
            <a:r>
              <a:rPr sz="2000" dirty="0">
                <a:latin typeface="Lucida Sans Unicode"/>
                <a:cs typeface="Lucida Sans Unicode"/>
              </a:rPr>
              <a:t>	</a:t>
            </a:r>
            <a:r>
              <a:rPr sz="2000" spc="85" dirty="0">
                <a:latin typeface="Lucida Sans Unicode"/>
                <a:cs typeface="Lucida Sans Unicode"/>
              </a:rPr>
              <a:t>d</a:t>
            </a:r>
            <a:r>
              <a:rPr sz="2000" spc="-260" dirty="0">
                <a:latin typeface="Lucida Sans Unicode"/>
                <a:cs typeface="Lucida Sans Unicode"/>
              </a:rPr>
              <a:t> </a:t>
            </a:r>
            <a:r>
              <a:rPr sz="2000" spc="-95" dirty="0">
                <a:latin typeface="Lucida Sans Unicode"/>
                <a:cs typeface="Lucida Sans Unicode"/>
              </a:rPr>
              <a:t>i</a:t>
            </a:r>
            <a:r>
              <a:rPr sz="2000" spc="-254" dirty="0">
                <a:latin typeface="Lucida Sans Unicode"/>
                <a:cs typeface="Lucida Sans Unicode"/>
              </a:rPr>
              <a:t> </a:t>
            </a:r>
            <a:r>
              <a:rPr sz="2000" spc="240" dirty="0">
                <a:latin typeface="Lucida Sans Unicode"/>
                <a:cs typeface="Lucida Sans Unicode"/>
              </a:rPr>
              <a:t>a</a:t>
            </a:r>
            <a:r>
              <a:rPr sz="2000" spc="-254" dirty="0">
                <a:latin typeface="Lucida Sans Unicode"/>
                <a:cs typeface="Lucida Sans Unicode"/>
              </a:rPr>
              <a:t> </a:t>
            </a:r>
            <a:r>
              <a:rPr sz="2000" spc="100" dirty="0">
                <a:latin typeface="Lucida Sans Unicode"/>
                <a:cs typeface="Lucida Sans Unicode"/>
              </a:rPr>
              <a:t>g</a:t>
            </a:r>
            <a:r>
              <a:rPr sz="2000" spc="-254" dirty="0">
                <a:latin typeface="Lucida Sans Unicode"/>
                <a:cs typeface="Lucida Sans Unicode"/>
              </a:rPr>
              <a:t> </a:t>
            </a:r>
            <a:r>
              <a:rPr sz="2000" dirty="0">
                <a:latin typeface="Lucida Sans Unicode"/>
                <a:cs typeface="Lucida Sans Unicode"/>
              </a:rPr>
              <a:t>o</a:t>
            </a:r>
            <a:r>
              <a:rPr sz="2000" spc="-254" dirty="0">
                <a:latin typeface="Lucida Sans Unicode"/>
                <a:cs typeface="Lucida Sans Unicode"/>
              </a:rPr>
              <a:t> </a:t>
            </a:r>
            <a:r>
              <a:rPr sz="2000" dirty="0">
                <a:latin typeface="Lucida Sans Unicode"/>
                <a:cs typeface="Lucida Sans Unicode"/>
              </a:rPr>
              <a:t>n</a:t>
            </a:r>
            <a:r>
              <a:rPr sz="2000" spc="-254" dirty="0">
                <a:latin typeface="Lucida Sans Unicode"/>
                <a:cs typeface="Lucida Sans Unicode"/>
              </a:rPr>
              <a:t> </a:t>
            </a:r>
            <a:r>
              <a:rPr sz="2000" spc="240" dirty="0">
                <a:latin typeface="Lucida Sans Unicode"/>
                <a:cs typeface="Lucida Sans Unicode"/>
              </a:rPr>
              <a:t>a</a:t>
            </a:r>
            <a:r>
              <a:rPr sz="2000" spc="-254" dirty="0">
                <a:latin typeface="Lucida Sans Unicode"/>
                <a:cs typeface="Lucida Sans Unicode"/>
              </a:rPr>
              <a:t> </a:t>
            </a:r>
            <a:r>
              <a:rPr sz="2000" spc="-50" dirty="0">
                <a:latin typeface="Lucida Sans Unicode"/>
                <a:cs typeface="Lucida Sans Unicode"/>
              </a:rPr>
              <a:t>l</a:t>
            </a:r>
            <a:endParaRPr sz="2000">
              <a:latin typeface="Lucida Sans Unicode"/>
              <a:cs typeface="Lucida Sans Unicode"/>
            </a:endParaRPr>
          </a:p>
          <a:p>
            <a:pPr marL="12700">
              <a:lnSpc>
                <a:spcPct val="100000"/>
              </a:lnSpc>
              <a:spcBef>
                <a:spcPts val="225"/>
              </a:spcBef>
              <a:tabLst>
                <a:tab pos="2448560" algn="l"/>
                <a:tab pos="3371850" algn="l"/>
                <a:tab pos="5116195" algn="l"/>
              </a:tabLst>
            </a:pPr>
            <a:r>
              <a:rPr sz="2000" spc="180" dirty="0">
                <a:latin typeface="Lucida Sans Unicode"/>
                <a:cs typeface="Lucida Sans Unicode"/>
              </a:rPr>
              <a:t>c</a:t>
            </a:r>
            <a:r>
              <a:rPr sz="2000" spc="-250" dirty="0">
                <a:latin typeface="Lucida Sans Unicode"/>
                <a:cs typeface="Lucida Sans Unicode"/>
              </a:rPr>
              <a:t> </a:t>
            </a:r>
            <a:r>
              <a:rPr sz="2000" dirty="0">
                <a:latin typeface="Lucida Sans Unicode"/>
                <a:cs typeface="Lucida Sans Unicode"/>
              </a:rPr>
              <a:t>o</a:t>
            </a:r>
            <a:r>
              <a:rPr sz="2000" spc="-245" dirty="0">
                <a:latin typeface="Lucida Sans Unicode"/>
                <a:cs typeface="Lucida Sans Unicode"/>
              </a:rPr>
              <a:t> </a:t>
            </a:r>
            <a:r>
              <a:rPr sz="2000" dirty="0">
                <a:latin typeface="Lucida Sans Unicode"/>
                <a:cs typeface="Lucida Sans Unicode"/>
              </a:rPr>
              <a:t>n</a:t>
            </a:r>
            <a:r>
              <a:rPr sz="2000" spc="-245" dirty="0">
                <a:latin typeface="Lucida Sans Unicode"/>
                <a:cs typeface="Lucida Sans Unicode"/>
              </a:rPr>
              <a:t> </a:t>
            </a:r>
            <a:r>
              <a:rPr sz="2000" spc="-90" dirty="0">
                <a:latin typeface="Lucida Sans Unicode"/>
                <a:cs typeface="Lucida Sans Unicode"/>
              </a:rPr>
              <a:t>f</a:t>
            </a:r>
            <a:r>
              <a:rPr sz="2000" spc="-245" dirty="0">
                <a:latin typeface="Lucida Sans Unicode"/>
                <a:cs typeface="Lucida Sans Unicode"/>
              </a:rPr>
              <a:t> </a:t>
            </a:r>
            <a:r>
              <a:rPr sz="2000" dirty="0">
                <a:latin typeface="Lucida Sans Unicode"/>
                <a:cs typeface="Lucida Sans Unicode"/>
              </a:rPr>
              <a:t>u</a:t>
            </a:r>
            <a:r>
              <a:rPr sz="2000" spc="-245" dirty="0">
                <a:latin typeface="Lucida Sans Unicode"/>
                <a:cs typeface="Lucida Sans Unicode"/>
              </a:rPr>
              <a:t> </a:t>
            </a:r>
            <a:r>
              <a:rPr sz="2000" dirty="0">
                <a:latin typeface="Lucida Sans Unicode"/>
                <a:cs typeface="Lucida Sans Unicode"/>
              </a:rPr>
              <a:t>s</a:t>
            </a:r>
            <a:r>
              <a:rPr sz="2000" spc="-245" dirty="0">
                <a:latin typeface="Lucida Sans Unicode"/>
                <a:cs typeface="Lucida Sans Unicode"/>
              </a:rPr>
              <a:t> </a:t>
            </a:r>
            <a:r>
              <a:rPr sz="2000" spc="-95" dirty="0">
                <a:latin typeface="Lucida Sans Unicode"/>
                <a:cs typeface="Lucida Sans Unicode"/>
              </a:rPr>
              <a:t>i</a:t>
            </a:r>
            <a:r>
              <a:rPr sz="2000" spc="-245" dirty="0">
                <a:latin typeface="Lucida Sans Unicode"/>
                <a:cs typeface="Lucida Sans Unicode"/>
              </a:rPr>
              <a:t> </a:t>
            </a:r>
            <a:r>
              <a:rPr sz="2000" dirty="0">
                <a:latin typeface="Lucida Sans Unicode"/>
                <a:cs typeface="Lucida Sans Unicode"/>
              </a:rPr>
              <a:t>o</a:t>
            </a:r>
            <a:r>
              <a:rPr sz="2000" spc="-245" dirty="0">
                <a:latin typeface="Lucida Sans Unicode"/>
                <a:cs typeface="Lucida Sans Unicode"/>
              </a:rPr>
              <a:t> </a:t>
            </a:r>
            <a:r>
              <a:rPr sz="2000" dirty="0">
                <a:latin typeface="Lucida Sans Unicode"/>
                <a:cs typeface="Lucida Sans Unicode"/>
              </a:rPr>
              <a:t>n</a:t>
            </a:r>
            <a:r>
              <a:rPr sz="2000" spc="-250" dirty="0">
                <a:latin typeface="Lucida Sans Unicode"/>
                <a:cs typeface="Lucida Sans Unicode"/>
              </a:rPr>
              <a:t> </a:t>
            </a:r>
            <a:r>
              <a:rPr sz="2000" spc="120" dirty="0">
                <a:latin typeface="Lucida Sans Unicode"/>
                <a:cs typeface="Lucida Sans Unicode"/>
              </a:rPr>
              <a:t>e</a:t>
            </a:r>
            <a:r>
              <a:rPr sz="2000" spc="-245" dirty="0">
                <a:latin typeface="Lucida Sans Unicode"/>
                <a:cs typeface="Lucida Sans Unicode"/>
              </a:rPr>
              <a:t> </a:t>
            </a:r>
            <a:r>
              <a:rPr sz="2000" spc="-50" dirty="0">
                <a:latin typeface="Lucida Sans Unicode"/>
                <a:cs typeface="Lucida Sans Unicode"/>
              </a:rPr>
              <a:t>s</a:t>
            </a:r>
            <a:r>
              <a:rPr sz="200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120" dirty="0">
                <a:latin typeface="Lucida Sans Unicode"/>
                <a:cs typeface="Lucida Sans Unicode"/>
              </a:rPr>
              <a:t>e</a:t>
            </a:r>
            <a:r>
              <a:rPr sz="2000" spc="-265" dirty="0">
                <a:latin typeface="Lucida Sans Unicode"/>
                <a:cs typeface="Lucida Sans Unicode"/>
              </a:rPr>
              <a:t> </a:t>
            </a:r>
            <a:r>
              <a:rPr sz="2000" spc="-50" dirty="0">
                <a:latin typeface="Lucida Sans Unicode"/>
                <a:cs typeface="Lucida Sans Unicode"/>
              </a:rPr>
              <a:t>l</a:t>
            </a:r>
            <a:r>
              <a:rPr sz="2000" dirty="0">
                <a:latin typeface="Lucida Sans Unicode"/>
                <a:cs typeface="Lucida Sans Unicode"/>
              </a:rPr>
              <a:t>	</a:t>
            </a:r>
            <a:r>
              <a:rPr sz="2000" spc="185" dirty="0">
                <a:latin typeface="Lucida Sans Unicode"/>
                <a:cs typeface="Lucida Sans Unicode"/>
              </a:rPr>
              <a:t>m</a:t>
            </a:r>
            <a:r>
              <a:rPr sz="2000" spc="-254" dirty="0">
                <a:latin typeface="Lucida Sans Unicode"/>
                <a:cs typeface="Lucida Sans Unicode"/>
              </a:rPr>
              <a:t> </a:t>
            </a:r>
            <a:r>
              <a:rPr sz="2000" dirty="0">
                <a:latin typeface="Lucida Sans Unicode"/>
                <a:cs typeface="Lucida Sans Unicode"/>
              </a:rPr>
              <a:t>o</a:t>
            </a:r>
            <a:r>
              <a:rPr sz="2000" spc="-250" dirty="0">
                <a:latin typeface="Lucida Sans Unicode"/>
                <a:cs typeface="Lucida Sans Unicode"/>
              </a:rPr>
              <a:t> </a:t>
            </a:r>
            <a:r>
              <a:rPr sz="2000" spc="85" dirty="0">
                <a:latin typeface="Lucida Sans Unicode"/>
                <a:cs typeface="Lucida Sans Unicode"/>
              </a:rPr>
              <a:t>d</a:t>
            </a:r>
            <a:r>
              <a:rPr sz="2000" spc="-250" dirty="0">
                <a:latin typeface="Lucida Sans Unicode"/>
                <a:cs typeface="Lucida Sans Unicode"/>
              </a:rPr>
              <a:t> </a:t>
            </a:r>
            <a:r>
              <a:rPr sz="2000" spc="120" dirty="0">
                <a:latin typeface="Lucida Sans Unicode"/>
                <a:cs typeface="Lucida Sans Unicode"/>
              </a:rPr>
              <a:t>e</a:t>
            </a:r>
            <a:r>
              <a:rPr sz="2000" spc="-250" dirty="0">
                <a:latin typeface="Lucida Sans Unicode"/>
                <a:cs typeface="Lucida Sans Unicode"/>
              </a:rPr>
              <a:t> </a:t>
            </a:r>
            <a:r>
              <a:rPr sz="2000" spc="-95" dirty="0">
                <a:latin typeface="Lucida Sans Unicode"/>
                <a:cs typeface="Lucida Sans Unicode"/>
              </a:rPr>
              <a:t>l</a:t>
            </a:r>
            <a:r>
              <a:rPr sz="2000" spc="-254" dirty="0">
                <a:latin typeface="Lucida Sans Unicode"/>
                <a:cs typeface="Lucida Sans Unicode"/>
              </a:rPr>
              <a:t> </a:t>
            </a:r>
            <a:r>
              <a:rPr sz="2000" dirty="0">
                <a:latin typeface="Lucida Sans Unicode"/>
                <a:cs typeface="Lucida Sans Unicode"/>
              </a:rPr>
              <a:t>o</a:t>
            </a:r>
            <a:r>
              <a:rPr sz="2000" spc="-250" dirty="0">
                <a:latin typeface="Lucida Sans Unicode"/>
                <a:cs typeface="Lucida Sans Unicode"/>
              </a:rPr>
              <a:t> </a:t>
            </a:r>
            <a:r>
              <a:rPr sz="2000" spc="-50" dirty="0">
                <a:latin typeface="Lucida Sans Unicode"/>
                <a:cs typeface="Lucida Sans Unicode"/>
              </a:rPr>
              <a:t>,</a:t>
            </a:r>
            <a:r>
              <a:rPr sz="2000" dirty="0">
                <a:latin typeface="Lucida Sans Unicode"/>
                <a:cs typeface="Lucida Sans Unicode"/>
              </a:rPr>
              <a:t>	</a:t>
            </a:r>
            <a:r>
              <a:rPr sz="2000" spc="120" dirty="0">
                <a:latin typeface="Lucida Sans Unicode"/>
                <a:cs typeface="Lucida Sans Unicode"/>
              </a:rPr>
              <a:t>e</a:t>
            </a:r>
            <a:r>
              <a:rPr sz="2000" spc="-265" dirty="0">
                <a:latin typeface="Lucida Sans Unicode"/>
                <a:cs typeface="Lucida Sans Unicode"/>
              </a:rPr>
              <a:t> </a:t>
            </a:r>
            <a:r>
              <a:rPr sz="2000" dirty="0">
                <a:latin typeface="Lucida Sans Unicode"/>
                <a:cs typeface="Lucida Sans Unicode"/>
              </a:rPr>
              <a:t>s</a:t>
            </a:r>
            <a:r>
              <a:rPr sz="2000" spc="-260" dirty="0">
                <a:latin typeface="Lucida Sans Unicode"/>
                <a:cs typeface="Lucida Sans Unicode"/>
              </a:rPr>
              <a:t> </a:t>
            </a:r>
            <a:r>
              <a:rPr sz="2000" spc="85" dirty="0">
                <a:latin typeface="Lucida Sans Unicode"/>
                <a:cs typeface="Lucida Sans Unicode"/>
              </a:rPr>
              <a:t>p</a:t>
            </a:r>
            <a:r>
              <a:rPr sz="2000" spc="-265" dirty="0">
                <a:latin typeface="Lucida Sans Unicode"/>
                <a:cs typeface="Lucida Sans Unicode"/>
              </a:rPr>
              <a:t> </a:t>
            </a:r>
            <a:r>
              <a:rPr sz="2000" spc="120" dirty="0">
                <a:latin typeface="Lucida Sans Unicode"/>
                <a:cs typeface="Lucida Sans Unicode"/>
              </a:rPr>
              <a:t>e</a:t>
            </a:r>
            <a:r>
              <a:rPr sz="2000" spc="-260" dirty="0">
                <a:latin typeface="Lucida Sans Unicode"/>
                <a:cs typeface="Lucida Sans Unicode"/>
              </a:rPr>
              <a:t> </a:t>
            </a:r>
            <a:r>
              <a:rPr sz="2000" spc="180" dirty="0">
                <a:latin typeface="Lucida Sans Unicode"/>
                <a:cs typeface="Lucida Sans Unicode"/>
              </a:rPr>
              <a:t>c</a:t>
            </a:r>
            <a:r>
              <a:rPr sz="2000" spc="-265" dirty="0">
                <a:latin typeface="Lucida Sans Unicode"/>
                <a:cs typeface="Lucida Sans Unicode"/>
              </a:rPr>
              <a:t> </a:t>
            </a:r>
            <a:r>
              <a:rPr sz="2000" spc="-95" dirty="0">
                <a:latin typeface="Lucida Sans Unicode"/>
                <a:cs typeface="Lucida Sans Unicode"/>
              </a:rPr>
              <a:t>i</a:t>
            </a:r>
            <a:r>
              <a:rPr sz="2000" spc="-260" dirty="0">
                <a:latin typeface="Lucida Sans Unicode"/>
                <a:cs typeface="Lucida Sans Unicode"/>
              </a:rPr>
              <a:t> </a:t>
            </a:r>
            <a:r>
              <a:rPr sz="2000" spc="240" dirty="0">
                <a:latin typeface="Lucida Sans Unicode"/>
                <a:cs typeface="Lucida Sans Unicode"/>
              </a:rPr>
              <a:t>a</a:t>
            </a:r>
            <a:r>
              <a:rPr sz="2000" spc="-265" dirty="0">
                <a:latin typeface="Lucida Sans Unicode"/>
                <a:cs typeface="Lucida Sans Unicode"/>
              </a:rPr>
              <a:t> </a:t>
            </a:r>
            <a:r>
              <a:rPr sz="2000" spc="-95" dirty="0">
                <a:latin typeface="Lucida Sans Unicode"/>
                <a:cs typeface="Lucida Sans Unicode"/>
              </a:rPr>
              <a:t>l</a:t>
            </a:r>
            <a:r>
              <a:rPr sz="2000" spc="-260" dirty="0">
                <a:latin typeface="Lucida Sans Unicode"/>
                <a:cs typeface="Lucida Sans Unicode"/>
              </a:rPr>
              <a:t> </a:t>
            </a:r>
            <a:r>
              <a:rPr sz="2000" spc="185" dirty="0">
                <a:latin typeface="Lucida Sans Unicode"/>
                <a:cs typeface="Lucida Sans Unicode"/>
              </a:rPr>
              <a:t>m</a:t>
            </a:r>
            <a:r>
              <a:rPr sz="2000" spc="-265" dirty="0">
                <a:latin typeface="Lucida Sans Unicode"/>
                <a:cs typeface="Lucida Sans Unicode"/>
              </a:rPr>
              <a:t> </a:t>
            </a:r>
            <a:r>
              <a:rPr sz="2000" spc="120" dirty="0">
                <a:latin typeface="Lucida Sans Unicode"/>
                <a:cs typeface="Lucida Sans Unicode"/>
              </a:rPr>
              <a:t>e</a:t>
            </a:r>
            <a:r>
              <a:rPr sz="2000" spc="-260" dirty="0">
                <a:latin typeface="Lucida Sans Unicode"/>
                <a:cs typeface="Lucida Sans Unicode"/>
              </a:rPr>
              <a:t> </a:t>
            </a:r>
            <a:r>
              <a:rPr sz="2000" dirty="0">
                <a:latin typeface="Lucida Sans Unicode"/>
                <a:cs typeface="Lucida Sans Unicode"/>
              </a:rPr>
              <a:t>n</a:t>
            </a:r>
            <a:r>
              <a:rPr sz="2000" spc="-265" dirty="0">
                <a:latin typeface="Lucida Sans Unicode"/>
                <a:cs typeface="Lucida Sans Unicode"/>
              </a:rPr>
              <a:t> </a:t>
            </a:r>
            <a:r>
              <a:rPr sz="2000" spc="-30" dirty="0">
                <a:latin typeface="Lucida Sans Unicode"/>
                <a:cs typeface="Lucida Sans Unicode"/>
              </a:rPr>
              <a:t>t</a:t>
            </a:r>
            <a:r>
              <a:rPr sz="2000" spc="-260" dirty="0">
                <a:latin typeface="Lucida Sans Unicode"/>
                <a:cs typeface="Lucida Sans Unicode"/>
              </a:rPr>
              <a:t> </a:t>
            </a:r>
            <a:r>
              <a:rPr sz="2000" spc="70" dirty="0">
                <a:latin typeface="Lucida Sans Unicode"/>
                <a:cs typeface="Lucida Sans Unicode"/>
              </a:rPr>
              <a:t>e</a:t>
            </a:r>
            <a:endParaRPr sz="2000">
              <a:latin typeface="Lucida Sans Unicode"/>
              <a:cs typeface="Lucida Sans Unicode"/>
            </a:endParaRPr>
          </a:p>
        </p:txBody>
      </p:sp>
      <p:sp>
        <p:nvSpPr>
          <p:cNvPr id="19" name="object 19"/>
          <p:cNvSpPr txBox="1"/>
          <p:nvPr/>
        </p:nvSpPr>
        <p:spPr>
          <a:xfrm>
            <a:off x="16486554" y="6892276"/>
            <a:ext cx="1301750" cy="692150"/>
          </a:xfrm>
          <a:prstGeom prst="rect">
            <a:avLst/>
          </a:prstGeom>
        </p:spPr>
        <p:txBody>
          <a:bodyPr vert="horz" wrap="square" lIns="0" tIns="41275" rIns="0" bIns="0" rtlCol="0">
            <a:spAutoFit/>
          </a:bodyPr>
          <a:lstStyle/>
          <a:p>
            <a:pPr marR="5080" algn="r">
              <a:lnSpc>
                <a:spcPct val="100000"/>
              </a:lnSpc>
              <a:spcBef>
                <a:spcPts val="325"/>
              </a:spcBef>
            </a:pPr>
            <a:r>
              <a:rPr sz="2000" spc="-80" dirty="0">
                <a:latin typeface="Lucida Sans Unicode"/>
                <a:cs typeface="Lucida Sans Unicode"/>
              </a:rPr>
              <a:t>r</a:t>
            </a:r>
            <a:r>
              <a:rPr sz="2000" spc="-265" dirty="0">
                <a:latin typeface="Lucida Sans Unicode"/>
                <a:cs typeface="Lucida Sans Unicode"/>
              </a:rPr>
              <a:t> </a:t>
            </a:r>
            <a:r>
              <a:rPr sz="2000" spc="120" dirty="0">
                <a:latin typeface="Lucida Sans Unicode"/>
                <a:cs typeface="Lucida Sans Unicode"/>
              </a:rPr>
              <a:t>e</a:t>
            </a:r>
            <a:r>
              <a:rPr sz="2000" spc="-265" dirty="0">
                <a:latin typeface="Lucida Sans Unicode"/>
                <a:cs typeface="Lucida Sans Unicode"/>
              </a:rPr>
              <a:t> </a:t>
            </a:r>
            <a:r>
              <a:rPr sz="2000" spc="-90" dirty="0">
                <a:latin typeface="Lucida Sans Unicode"/>
                <a:cs typeface="Lucida Sans Unicode"/>
              </a:rPr>
              <a:t>f</a:t>
            </a:r>
            <a:r>
              <a:rPr sz="2000" spc="-265" dirty="0">
                <a:latin typeface="Lucida Sans Unicode"/>
                <a:cs typeface="Lucida Sans Unicode"/>
              </a:rPr>
              <a:t> </a:t>
            </a:r>
            <a:r>
              <a:rPr sz="2000" spc="-95" dirty="0">
                <a:latin typeface="Lucida Sans Unicode"/>
                <a:cs typeface="Lucida Sans Unicode"/>
              </a:rPr>
              <a:t>l</a:t>
            </a:r>
            <a:r>
              <a:rPr sz="2000" spc="-265" dirty="0">
                <a:latin typeface="Lucida Sans Unicode"/>
                <a:cs typeface="Lucida Sans Unicode"/>
              </a:rPr>
              <a:t> </a:t>
            </a:r>
            <a:r>
              <a:rPr sz="2000" spc="120" dirty="0">
                <a:latin typeface="Lucida Sans Unicode"/>
                <a:cs typeface="Lucida Sans Unicode"/>
              </a:rPr>
              <a:t>e</a:t>
            </a:r>
            <a:r>
              <a:rPr sz="2000" spc="-265" dirty="0">
                <a:latin typeface="Lucida Sans Unicode"/>
                <a:cs typeface="Lucida Sans Unicode"/>
              </a:rPr>
              <a:t> </a:t>
            </a:r>
            <a:r>
              <a:rPr sz="2000" spc="-130" dirty="0">
                <a:latin typeface="Lucida Sans Unicode"/>
                <a:cs typeface="Lucida Sans Unicode"/>
              </a:rPr>
              <a:t>j</a:t>
            </a:r>
            <a:r>
              <a:rPr sz="2000" spc="-265" dirty="0">
                <a:latin typeface="Lucida Sans Unicode"/>
                <a:cs typeface="Lucida Sans Unicode"/>
              </a:rPr>
              <a:t> </a:t>
            </a:r>
            <a:r>
              <a:rPr sz="2000" spc="240" dirty="0">
                <a:latin typeface="Lucida Sans Unicode"/>
                <a:cs typeface="Lucida Sans Unicode"/>
              </a:rPr>
              <a:t>a</a:t>
            </a:r>
            <a:r>
              <a:rPr sz="2000" spc="-265" dirty="0">
                <a:latin typeface="Lucida Sans Unicode"/>
                <a:cs typeface="Lucida Sans Unicode"/>
              </a:rPr>
              <a:t> </a:t>
            </a:r>
            <a:r>
              <a:rPr sz="2000" spc="-50" dirty="0">
                <a:latin typeface="Lucida Sans Unicode"/>
                <a:cs typeface="Lucida Sans Unicode"/>
              </a:rPr>
              <a:t>n</a:t>
            </a:r>
            <a:endParaRPr sz="2000">
              <a:latin typeface="Lucida Sans Unicode"/>
              <a:cs typeface="Lucida Sans Unicode"/>
            </a:endParaRPr>
          </a:p>
          <a:p>
            <a:pPr marR="5080" algn="r">
              <a:lnSpc>
                <a:spcPct val="100000"/>
              </a:lnSpc>
              <a:spcBef>
                <a:spcPts val="225"/>
              </a:spcBef>
            </a:pPr>
            <a:r>
              <a:rPr sz="2000" spc="120" dirty="0">
                <a:latin typeface="Lucida Sans Unicode"/>
                <a:cs typeface="Lucida Sans Unicode"/>
              </a:rPr>
              <a:t>e</a:t>
            </a:r>
            <a:r>
              <a:rPr sz="2000" spc="-260" dirty="0">
                <a:latin typeface="Lucida Sans Unicode"/>
                <a:cs typeface="Lucida Sans Unicode"/>
              </a:rPr>
              <a:t> </a:t>
            </a:r>
            <a:r>
              <a:rPr sz="2000" dirty="0">
                <a:latin typeface="Lucida Sans Unicode"/>
                <a:cs typeface="Lucida Sans Unicode"/>
              </a:rPr>
              <a:t>n</a:t>
            </a:r>
            <a:r>
              <a:rPr sz="2000" spc="-254" dirty="0">
                <a:latin typeface="Lucida Sans Unicode"/>
                <a:cs typeface="Lucida Sans Unicode"/>
              </a:rPr>
              <a:t> </a:t>
            </a:r>
            <a:r>
              <a:rPr sz="2000" spc="-30" dirty="0">
                <a:latin typeface="Lucida Sans Unicode"/>
                <a:cs typeface="Lucida Sans Unicode"/>
              </a:rPr>
              <a:t>t</a:t>
            </a:r>
            <a:r>
              <a:rPr sz="2000" spc="-254" dirty="0">
                <a:latin typeface="Lucida Sans Unicode"/>
                <a:cs typeface="Lucida Sans Unicode"/>
              </a:rPr>
              <a:t> </a:t>
            </a:r>
            <a:r>
              <a:rPr sz="2000" spc="-80" dirty="0">
                <a:latin typeface="Lucida Sans Unicode"/>
                <a:cs typeface="Lucida Sans Unicode"/>
              </a:rPr>
              <a:t>r</a:t>
            </a:r>
            <a:r>
              <a:rPr sz="2000" spc="-260" dirty="0">
                <a:latin typeface="Lucida Sans Unicode"/>
                <a:cs typeface="Lucida Sans Unicode"/>
              </a:rPr>
              <a:t> </a:t>
            </a:r>
            <a:r>
              <a:rPr sz="2000" spc="70" dirty="0">
                <a:latin typeface="Lucida Sans Unicode"/>
                <a:cs typeface="Lucida Sans Unicode"/>
              </a:rPr>
              <a:t>e</a:t>
            </a:r>
            <a:endParaRPr sz="2000">
              <a:latin typeface="Lucida Sans Unicode"/>
              <a:cs typeface="Lucida Sans Unicode"/>
            </a:endParaRPr>
          </a:p>
        </p:txBody>
      </p:sp>
      <p:sp>
        <p:nvSpPr>
          <p:cNvPr id="20" name="object 20"/>
          <p:cNvSpPr txBox="1"/>
          <p:nvPr/>
        </p:nvSpPr>
        <p:spPr>
          <a:xfrm>
            <a:off x="8914726" y="7559026"/>
            <a:ext cx="8874125" cy="692150"/>
          </a:xfrm>
          <a:prstGeom prst="rect">
            <a:avLst/>
          </a:prstGeom>
        </p:spPr>
        <p:txBody>
          <a:bodyPr vert="horz" wrap="square" lIns="0" tIns="41275" rIns="0" bIns="0" rtlCol="0">
            <a:spAutoFit/>
          </a:bodyPr>
          <a:lstStyle/>
          <a:p>
            <a:pPr marL="12700">
              <a:lnSpc>
                <a:spcPct val="100000"/>
              </a:lnSpc>
              <a:spcBef>
                <a:spcPts val="325"/>
              </a:spcBef>
              <a:tabLst>
                <a:tab pos="1959610" algn="l"/>
                <a:tab pos="3642360" algn="l"/>
                <a:tab pos="4168775" algn="l"/>
              </a:tabLst>
            </a:pPr>
            <a:r>
              <a:rPr sz="2000" spc="180" dirty="0">
                <a:latin typeface="Lucida Sans Unicode"/>
                <a:cs typeface="Lucida Sans Unicode"/>
              </a:rPr>
              <a:t>c</a:t>
            </a:r>
            <a:r>
              <a:rPr sz="2000" spc="-265" dirty="0">
                <a:latin typeface="Lucida Sans Unicode"/>
                <a:cs typeface="Lucida Sans Unicode"/>
              </a:rPr>
              <a:t> </a:t>
            </a:r>
            <a:r>
              <a:rPr sz="2000" spc="240" dirty="0">
                <a:latin typeface="Lucida Sans Unicode"/>
                <a:cs typeface="Lucida Sans Unicode"/>
              </a:rPr>
              <a:t>a</a:t>
            </a:r>
            <a:r>
              <a:rPr sz="2000" spc="-260" dirty="0">
                <a:latin typeface="Lucida Sans Unicode"/>
                <a:cs typeface="Lucida Sans Unicode"/>
              </a:rPr>
              <a:t> </a:t>
            </a:r>
            <a:r>
              <a:rPr sz="2000" spc="-30" dirty="0">
                <a:latin typeface="Lucida Sans Unicode"/>
                <a:cs typeface="Lucida Sans Unicode"/>
              </a:rPr>
              <a:t>t</a:t>
            </a:r>
            <a:r>
              <a:rPr sz="2000" spc="-260" dirty="0">
                <a:latin typeface="Lucida Sans Unicode"/>
                <a:cs typeface="Lucida Sans Unicode"/>
              </a:rPr>
              <a:t> </a:t>
            </a:r>
            <a:r>
              <a:rPr sz="2000" spc="120" dirty="0">
                <a:latin typeface="Lucida Sans Unicode"/>
                <a:cs typeface="Lucida Sans Unicode"/>
              </a:rPr>
              <a:t>e</a:t>
            </a:r>
            <a:r>
              <a:rPr sz="2000" spc="-260" dirty="0">
                <a:latin typeface="Lucida Sans Unicode"/>
                <a:cs typeface="Lucida Sans Unicode"/>
              </a:rPr>
              <a:t> </a:t>
            </a:r>
            <a:r>
              <a:rPr sz="2000" spc="100" dirty="0">
                <a:latin typeface="Lucida Sans Unicode"/>
                <a:cs typeface="Lucida Sans Unicode"/>
              </a:rPr>
              <a:t>g</a:t>
            </a:r>
            <a:r>
              <a:rPr sz="2000" spc="-260" dirty="0">
                <a:latin typeface="Lucida Sans Unicode"/>
                <a:cs typeface="Lucida Sans Unicode"/>
              </a:rPr>
              <a:t> </a:t>
            </a:r>
            <a:r>
              <a:rPr sz="2000" dirty="0">
                <a:latin typeface="Lucida Sans Unicode"/>
                <a:cs typeface="Lucida Sans Unicode"/>
              </a:rPr>
              <a:t>o</a:t>
            </a:r>
            <a:r>
              <a:rPr sz="2000" spc="-260" dirty="0">
                <a:latin typeface="Lucida Sans Unicode"/>
                <a:cs typeface="Lucida Sans Unicode"/>
              </a:rPr>
              <a:t> </a:t>
            </a:r>
            <a:r>
              <a:rPr sz="2000" spc="-80" dirty="0">
                <a:latin typeface="Lucida Sans Unicode"/>
                <a:cs typeface="Lucida Sans Unicode"/>
              </a:rPr>
              <a:t>r</a:t>
            </a:r>
            <a:r>
              <a:rPr sz="2000" spc="-265" dirty="0">
                <a:latin typeface="Lucida Sans Unicode"/>
                <a:cs typeface="Lucida Sans Unicode"/>
              </a:rPr>
              <a:t> </a:t>
            </a:r>
            <a:r>
              <a:rPr sz="2000" spc="-95" dirty="0">
                <a:latin typeface="Lucida Sans Unicode"/>
                <a:cs typeface="Lucida Sans Unicode"/>
              </a:rPr>
              <a:t>í</a:t>
            </a:r>
            <a:r>
              <a:rPr sz="2000" spc="-260" dirty="0">
                <a:latin typeface="Lucida Sans Unicode"/>
                <a:cs typeface="Lucida Sans Unicode"/>
              </a:rPr>
              <a:t> </a:t>
            </a:r>
            <a:r>
              <a:rPr sz="2000" spc="240" dirty="0">
                <a:latin typeface="Lucida Sans Unicode"/>
                <a:cs typeface="Lucida Sans Unicode"/>
              </a:rPr>
              <a:t>a</a:t>
            </a:r>
            <a:r>
              <a:rPr sz="2000" spc="-260" dirty="0">
                <a:latin typeface="Lucida Sans Unicode"/>
                <a:cs typeface="Lucida Sans Unicode"/>
              </a:rPr>
              <a:t> </a:t>
            </a:r>
            <a:r>
              <a:rPr sz="2000" spc="-50" dirty="0">
                <a:latin typeface="Lucida Sans Unicode"/>
                <a:cs typeface="Lucida Sans Unicode"/>
              </a:rPr>
              <a:t>s</a:t>
            </a:r>
            <a:r>
              <a:rPr sz="2000" dirty="0">
                <a:latin typeface="Lucida Sans Unicode"/>
                <a:cs typeface="Lucida Sans Unicode"/>
              </a:rPr>
              <a:t>	</a:t>
            </a:r>
            <a:r>
              <a:rPr sz="2000" spc="180" dirty="0">
                <a:latin typeface="Lucida Sans Unicode"/>
                <a:cs typeface="Lucida Sans Unicode"/>
              </a:rPr>
              <a:t>c</a:t>
            </a:r>
            <a:r>
              <a:rPr sz="2000" spc="-265" dirty="0">
                <a:latin typeface="Lucida Sans Unicode"/>
                <a:cs typeface="Lucida Sans Unicode"/>
              </a:rPr>
              <a:t> </a:t>
            </a:r>
            <a:r>
              <a:rPr sz="2000" spc="120" dirty="0">
                <a:latin typeface="Lucida Sans Unicode"/>
                <a:cs typeface="Lucida Sans Unicode"/>
              </a:rPr>
              <a:t>e</a:t>
            </a:r>
            <a:r>
              <a:rPr sz="2000" spc="-260" dirty="0">
                <a:latin typeface="Lucida Sans Unicode"/>
                <a:cs typeface="Lucida Sans Unicode"/>
              </a:rPr>
              <a:t> </a:t>
            </a:r>
            <a:r>
              <a:rPr sz="2000" spc="-80" dirty="0">
                <a:latin typeface="Lucida Sans Unicode"/>
                <a:cs typeface="Lucida Sans Unicode"/>
              </a:rPr>
              <a:t>r</a:t>
            </a:r>
            <a:r>
              <a:rPr sz="2000" spc="-260" dirty="0">
                <a:latin typeface="Lucida Sans Unicode"/>
                <a:cs typeface="Lucida Sans Unicode"/>
              </a:rPr>
              <a:t> </a:t>
            </a:r>
            <a:r>
              <a:rPr sz="2000" spc="180" dirty="0">
                <a:latin typeface="Lucida Sans Unicode"/>
                <a:cs typeface="Lucida Sans Unicode"/>
              </a:rPr>
              <a:t>c</a:t>
            </a:r>
            <a:r>
              <a:rPr sz="2000" spc="-265" dirty="0">
                <a:latin typeface="Lucida Sans Unicode"/>
                <a:cs typeface="Lucida Sans Unicode"/>
              </a:rPr>
              <a:t> </a:t>
            </a:r>
            <a:r>
              <a:rPr sz="2000" spc="240" dirty="0">
                <a:latin typeface="Lucida Sans Unicode"/>
                <a:cs typeface="Lucida Sans Unicode"/>
              </a:rPr>
              <a:t>a</a:t>
            </a:r>
            <a:r>
              <a:rPr sz="2000" spc="-260" dirty="0">
                <a:latin typeface="Lucida Sans Unicode"/>
                <a:cs typeface="Lucida Sans Unicode"/>
              </a:rPr>
              <a:t> </a:t>
            </a:r>
            <a:r>
              <a:rPr sz="2000" dirty="0">
                <a:latin typeface="Lucida Sans Unicode"/>
                <a:cs typeface="Lucida Sans Unicode"/>
              </a:rPr>
              <a:t>n</a:t>
            </a:r>
            <a:r>
              <a:rPr sz="2000" spc="-260" dirty="0">
                <a:latin typeface="Lucida Sans Unicode"/>
                <a:cs typeface="Lucida Sans Unicode"/>
              </a:rPr>
              <a:t> </a:t>
            </a:r>
            <a:r>
              <a:rPr sz="2000" spc="240" dirty="0">
                <a:latin typeface="Lucida Sans Unicode"/>
                <a:cs typeface="Lucida Sans Unicode"/>
              </a:rPr>
              <a:t>a</a:t>
            </a:r>
            <a:r>
              <a:rPr sz="2000" spc="-265" dirty="0">
                <a:latin typeface="Lucida Sans Unicode"/>
                <a:cs typeface="Lucida Sans Unicode"/>
              </a:rPr>
              <a:t> </a:t>
            </a:r>
            <a:r>
              <a:rPr sz="2000" spc="-50" dirty="0">
                <a:latin typeface="Lucida Sans Unicode"/>
                <a:cs typeface="Lucida Sans Unicode"/>
              </a:rPr>
              <a:t>s</a:t>
            </a:r>
            <a:r>
              <a:rPr sz="200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50" dirty="0">
                <a:latin typeface="Lucida Sans Unicode"/>
                <a:cs typeface="Lucida Sans Unicode"/>
              </a:rPr>
              <a:t>n</a:t>
            </a:r>
            <a:r>
              <a:rPr sz="2000" dirty="0">
                <a:latin typeface="Lucida Sans Unicode"/>
                <a:cs typeface="Lucida Sans Unicode"/>
              </a:rPr>
              <a:t>	</a:t>
            </a:r>
            <a:r>
              <a:rPr sz="2000" spc="80" dirty="0">
                <a:latin typeface="Lucida Sans Unicode"/>
                <a:cs typeface="Lucida Sans Unicode"/>
              </a:rPr>
              <a:t>v</a:t>
            </a:r>
            <a:r>
              <a:rPr sz="2000" spc="-260" dirty="0">
                <a:latin typeface="Lucida Sans Unicode"/>
                <a:cs typeface="Lucida Sans Unicode"/>
              </a:rPr>
              <a:t> </a:t>
            </a:r>
            <a:r>
              <a:rPr sz="2000" spc="240" dirty="0">
                <a:latin typeface="Lucida Sans Unicode"/>
                <a:cs typeface="Lucida Sans Unicode"/>
              </a:rPr>
              <a:t>a</a:t>
            </a:r>
            <a:r>
              <a:rPr sz="2000" spc="-254" dirty="0">
                <a:latin typeface="Lucida Sans Unicode"/>
                <a:cs typeface="Lucida Sans Unicode"/>
              </a:rPr>
              <a:t> </a:t>
            </a:r>
            <a:r>
              <a:rPr sz="2000" spc="-95" dirty="0">
                <a:latin typeface="Lucida Sans Unicode"/>
                <a:cs typeface="Lucida Sans Unicode"/>
              </a:rPr>
              <a:t>l</a:t>
            </a:r>
            <a:r>
              <a:rPr sz="2000" spc="-254" dirty="0">
                <a:latin typeface="Lucida Sans Unicode"/>
                <a:cs typeface="Lucida Sans Unicode"/>
              </a:rPr>
              <a:t> </a:t>
            </a:r>
            <a:r>
              <a:rPr sz="2000" dirty="0">
                <a:latin typeface="Lucida Sans Unicode"/>
                <a:cs typeface="Lucida Sans Unicode"/>
              </a:rPr>
              <a:t>o</a:t>
            </a:r>
            <a:r>
              <a:rPr sz="2000" spc="-254" dirty="0">
                <a:latin typeface="Lucida Sans Unicode"/>
                <a:cs typeface="Lucida Sans Unicode"/>
              </a:rPr>
              <a:t> </a:t>
            </a:r>
            <a:r>
              <a:rPr sz="2000" spc="-80" dirty="0">
                <a:latin typeface="Lucida Sans Unicode"/>
                <a:cs typeface="Lucida Sans Unicode"/>
              </a:rPr>
              <a:t>r</a:t>
            </a:r>
            <a:r>
              <a:rPr sz="2000" spc="-260" dirty="0">
                <a:latin typeface="Lucida Sans Unicode"/>
                <a:cs typeface="Lucida Sans Unicode"/>
              </a:rPr>
              <a:t> </a:t>
            </a:r>
            <a:r>
              <a:rPr sz="2000" spc="-50" dirty="0">
                <a:latin typeface="Lucida Sans Unicode"/>
                <a:cs typeface="Lucida Sans Unicode"/>
              </a:rPr>
              <a:t>.</a:t>
            </a:r>
            <a:endParaRPr sz="2000">
              <a:latin typeface="Lucida Sans Unicode"/>
              <a:cs typeface="Lucida Sans Unicode"/>
            </a:endParaRPr>
          </a:p>
          <a:p>
            <a:pPr marL="12700">
              <a:lnSpc>
                <a:spcPct val="100000"/>
              </a:lnSpc>
              <a:spcBef>
                <a:spcPts val="225"/>
              </a:spcBef>
              <a:tabLst>
                <a:tab pos="657225" algn="l"/>
                <a:tab pos="2315210" algn="l"/>
                <a:tab pos="2887980" algn="l"/>
                <a:tab pos="4403090" algn="l"/>
                <a:tab pos="6173470" algn="l"/>
                <a:tab pos="6850380" algn="l"/>
              </a:tabLst>
            </a:pPr>
            <a:r>
              <a:rPr sz="2000" spc="-75" dirty="0">
                <a:latin typeface="Lucida Sans Unicode"/>
                <a:cs typeface="Lucida Sans Unicode"/>
              </a:rPr>
              <a:t>E</a:t>
            </a:r>
            <a:r>
              <a:rPr sz="2000" spc="-265" dirty="0">
                <a:latin typeface="Lucida Sans Unicode"/>
                <a:cs typeface="Lucida Sans Unicode"/>
              </a:rPr>
              <a:t> </a:t>
            </a:r>
            <a:r>
              <a:rPr sz="2000" spc="-50" dirty="0">
                <a:latin typeface="Lucida Sans Unicode"/>
                <a:cs typeface="Lucida Sans Unicode"/>
              </a:rPr>
              <a:t>n</a:t>
            </a:r>
            <a:r>
              <a:rPr sz="2000" dirty="0">
                <a:latin typeface="Lucida Sans Unicode"/>
                <a:cs typeface="Lucida Sans Unicode"/>
              </a:rPr>
              <a:t>	</a:t>
            </a:r>
            <a:r>
              <a:rPr sz="2000" spc="100" dirty="0">
                <a:latin typeface="Lucida Sans Unicode"/>
                <a:cs typeface="Lucida Sans Unicode"/>
              </a:rPr>
              <a:t>g</a:t>
            </a:r>
            <a:r>
              <a:rPr sz="2000" spc="-265" dirty="0">
                <a:latin typeface="Lucida Sans Unicode"/>
                <a:cs typeface="Lucida Sans Unicode"/>
              </a:rPr>
              <a:t> </a:t>
            </a:r>
            <a:r>
              <a:rPr sz="2000" spc="120" dirty="0">
                <a:latin typeface="Lucida Sans Unicode"/>
                <a:cs typeface="Lucida Sans Unicode"/>
              </a:rPr>
              <a:t>e</a:t>
            </a:r>
            <a:r>
              <a:rPr sz="2000" spc="-260" dirty="0">
                <a:latin typeface="Lucida Sans Unicode"/>
                <a:cs typeface="Lucida Sans Unicode"/>
              </a:rPr>
              <a:t> </a:t>
            </a:r>
            <a:r>
              <a:rPr sz="2000" dirty="0">
                <a:latin typeface="Lucida Sans Unicode"/>
                <a:cs typeface="Lucida Sans Unicode"/>
              </a:rPr>
              <a:t>n</a:t>
            </a:r>
            <a:r>
              <a:rPr sz="2000" spc="-260" dirty="0">
                <a:latin typeface="Lucida Sans Unicode"/>
                <a:cs typeface="Lucida Sans Unicode"/>
              </a:rPr>
              <a:t> </a:t>
            </a:r>
            <a:r>
              <a:rPr sz="2000" spc="120" dirty="0">
                <a:latin typeface="Lucida Sans Unicode"/>
                <a:cs typeface="Lucida Sans Unicode"/>
              </a:rPr>
              <a:t>e</a:t>
            </a:r>
            <a:r>
              <a:rPr sz="2000" spc="-265" dirty="0">
                <a:latin typeface="Lucida Sans Unicode"/>
                <a:cs typeface="Lucida Sans Unicode"/>
              </a:rPr>
              <a:t> </a:t>
            </a:r>
            <a:r>
              <a:rPr sz="2000" spc="-80" dirty="0">
                <a:latin typeface="Lucida Sans Unicode"/>
                <a:cs typeface="Lucida Sans Unicode"/>
              </a:rPr>
              <a:t>r</a:t>
            </a:r>
            <a:r>
              <a:rPr sz="2000" spc="-260" dirty="0">
                <a:latin typeface="Lucida Sans Unicode"/>
                <a:cs typeface="Lucida Sans Unicode"/>
              </a:rPr>
              <a:t> </a:t>
            </a:r>
            <a:r>
              <a:rPr sz="2000" spc="240" dirty="0">
                <a:latin typeface="Lucida Sans Unicode"/>
                <a:cs typeface="Lucida Sans Unicode"/>
              </a:rPr>
              <a:t>a</a:t>
            </a:r>
            <a:r>
              <a:rPr sz="2000" spc="-260" dirty="0">
                <a:latin typeface="Lucida Sans Unicode"/>
                <a:cs typeface="Lucida Sans Unicode"/>
              </a:rPr>
              <a:t> </a:t>
            </a:r>
            <a:r>
              <a:rPr sz="2000" spc="-95" dirty="0">
                <a:latin typeface="Lucida Sans Unicode"/>
                <a:cs typeface="Lucida Sans Unicode"/>
              </a:rPr>
              <a:t>l</a:t>
            </a:r>
            <a:r>
              <a:rPr sz="2000" spc="-265" dirty="0">
                <a:latin typeface="Lucida Sans Unicode"/>
                <a:cs typeface="Lucida Sans Unicode"/>
              </a:rPr>
              <a:t> </a:t>
            </a:r>
            <a:r>
              <a:rPr sz="2000" spc="-50" dirty="0">
                <a:latin typeface="Lucida Sans Unicode"/>
                <a:cs typeface="Lucida Sans Unicode"/>
              </a:rPr>
              <a:t>,</a:t>
            </a:r>
            <a:r>
              <a:rPr sz="200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50" dirty="0">
                <a:latin typeface="Lucida Sans Unicode"/>
                <a:cs typeface="Lucida Sans Unicode"/>
              </a:rPr>
              <a:t>l</a:t>
            </a:r>
            <a:r>
              <a:rPr sz="2000" dirty="0">
                <a:latin typeface="Lucida Sans Unicode"/>
                <a:cs typeface="Lucida Sans Unicode"/>
              </a:rPr>
              <a:t>	</a:t>
            </a:r>
            <a:r>
              <a:rPr sz="2000" spc="185" dirty="0">
                <a:latin typeface="Lucida Sans Unicode"/>
                <a:cs typeface="Lucida Sans Unicode"/>
              </a:rPr>
              <a:t>m</a:t>
            </a:r>
            <a:r>
              <a:rPr sz="2000" spc="-260" dirty="0">
                <a:latin typeface="Lucida Sans Unicode"/>
                <a:cs typeface="Lucida Sans Unicode"/>
              </a:rPr>
              <a:t> </a:t>
            </a:r>
            <a:r>
              <a:rPr sz="2000" dirty="0">
                <a:latin typeface="Lucida Sans Unicode"/>
                <a:cs typeface="Lucida Sans Unicode"/>
              </a:rPr>
              <a:t>o</a:t>
            </a:r>
            <a:r>
              <a:rPr sz="2000" spc="-254" dirty="0">
                <a:latin typeface="Lucida Sans Unicode"/>
                <a:cs typeface="Lucida Sans Unicode"/>
              </a:rPr>
              <a:t> </a:t>
            </a:r>
            <a:r>
              <a:rPr sz="2000" spc="85" dirty="0">
                <a:latin typeface="Lucida Sans Unicode"/>
                <a:cs typeface="Lucida Sans Unicode"/>
              </a:rPr>
              <a:t>d</a:t>
            </a:r>
            <a:r>
              <a:rPr sz="2000" spc="-260" dirty="0">
                <a:latin typeface="Lucida Sans Unicode"/>
                <a:cs typeface="Lucida Sans Unicode"/>
              </a:rPr>
              <a:t> </a:t>
            </a:r>
            <a:r>
              <a:rPr sz="2000" spc="120" dirty="0">
                <a:latin typeface="Lucida Sans Unicode"/>
                <a:cs typeface="Lucida Sans Unicode"/>
              </a:rPr>
              <a:t>e</a:t>
            </a:r>
            <a:r>
              <a:rPr sz="2000" spc="-254" dirty="0">
                <a:latin typeface="Lucida Sans Unicode"/>
                <a:cs typeface="Lucida Sans Unicode"/>
              </a:rPr>
              <a:t> </a:t>
            </a:r>
            <a:r>
              <a:rPr sz="2000" spc="-95" dirty="0">
                <a:latin typeface="Lucida Sans Unicode"/>
                <a:cs typeface="Lucida Sans Unicode"/>
              </a:rPr>
              <a:t>l</a:t>
            </a:r>
            <a:r>
              <a:rPr sz="2000" spc="-260" dirty="0">
                <a:latin typeface="Lucida Sans Unicode"/>
                <a:cs typeface="Lucida Sans Unicode"/>
              </a:rPr>
              <a:t> </a:t>
            </a:r>
            <a:r>
              <a:rPr sz="2000" spc="-50" dirty="0">
                <a:latin typeface="Lucida Sans Unicode"/>
                <a:cs typeface="Lucida Sans Unicode"/>
              </a:rPr>
              <a:t>o</a:t>
            </a:r>
            <a:r>
              <a:rPr sz="2000" dirty="0">
                <a:latin typeface="Lucida Sans Unicode"/>
                <a:cs typeface="Lucida Sans Unicode"/>
              </a:rPr>
              <a:t>	</a:t>
            </a:r>
            <a:r>
              <a:rPr sz="2000" spc="85" dirty="0">
                <a:latin typeface="Lucida Sans Unicode"/>
                <a:cs typeface="Lucida Sans Unicode"/>
              </a:rPr>
              <a:t>p</a:t>
            </a:r>
            <a:r>
              <a:rPr sz="2000" spc="-260" dirty="0">
                <a:latin typeface="Lucida Sans Unicode"/>
                <a:cs typeface="Lucida Sans Unicode"/>
              </a:rPr>
              <a:t> </a:t>
            </a:r>
            <a:r>
              <a:rPr sz="2000" spc="-80" dirty="0">
                <a:latin typeface="Lucida Sans Unicode"/>
                <a:cs typeface="Lucida Sans Unicode"/>
              </a:rPr>
              <a:t>r</a:t>
            </a:r>
            <a:r>
              <a:rPr sz="2000" spc="-260" dirty="0">
                <a:latin typeface="Lucida Sans Unicode"/>
                <a:cs typeface="Lucida Sans Unicode"/>
              </a:rPr>
              <a:t> </a:t>
            </a:r>
            <a:r>
              <a:rPr sz="2000" spc="120" dirty="0">
                <a:latin typeface="Lucida Sans Unicode"/>
                <a:cs typeface="Lucida Sans Unicode"/>
              </a:rPr>
              <a:t>e</a:t>
            </a:r>
            <a:r>
              <a:rPr sz="2000" spc="-265" dirty="0">
                <a:latin typeface="Lucida Sans Unicode"/>
                <a:cs typeface="Lucida Sans Unicode"/>
              </a:rPr>
              <a:t> </a:t>
            </a:r>
            <a:r>
              <a:rPr sz="2000" dirty="0">
                <a:latin typeface="Lucida Sans Unicode"/>
                <a:cs typeface="Lucida Sans Unicode"/>
              </a:rPr>
              <a:t>s</a:t>
            </a:r>
            <a:r>
              <a:rPr sz="2000" spc="-260" dirty="0">
                <a:latin typeface="Lucida Sans Unicode"/>
                <a:cs typeface="Lucida Sans Unicode"/>
              </a:rPr>
              <a:t> </a:t>
            </a:r>
            <a:r>
              <a:rPr sz="2000" spc="120" dirty="0">
                <a:latin typeface="Lucida Sans Unicode"/>
                <a:cs typeface="Lucida Sans Unicode"/>
              </a:rPr>
              <a:t>e</a:t>
            </a:r>
            <a:r>
              <a:rPr sz="2000" spc="-260" dirty="0">
                <a:latin typeface="Lucida Sans Unicode"/>
                <a:cs typeface="Lucida Sans Unicode"/>
              </a:rPr>
              <a:t> </a:t>
            </a:r>
            <a:r>
              <a:rPr sz="2000" dirty="0">
                <a:latin typeface="Lucida Sans Unicode"/>
                <a:cs typeface="Lucida Sans Unicode"/>
              </a:rPr>
              <a:t>n</a:t>
            </a:r>
            <a:r>
              <a:rPr sz="2000" spc="-260" dirty="0">
                <a:latin typeface="Lucida Sans Unicode"/>
                <a:cs typeface="Lucida Sans Unicode"/>
              </a:rPr>
              <a:t> </a:t>
            </a:r>
            <a:r>
              <a:rPr sz="2000" spc="-30" dirty="0">
                <a:latin typeface="Lucida Sans Unicode"/>
                <a:cs typeface="Lucida Sans Unicode"/>
              </a:rPr>
              <a:t>t</a:t>
            </a:r>
            <a:r>
              <a:rPr sz="2000" spc="-260" dirty="0">
                <a:latin typeface="Lucida Sans Unicode"/>
                <a:cs typeface="Lucida Sans Unicode"/>
              </a:rPr>
              <a:t> </a:t>
            </a:r>
            <a:r>
              <a:rPr sz="2000" spc="190" dirty="0">
                <a:latin typeface="Lucida Sans Unicode"/>
                <a:cs typeface="Lucida Sans Unicode"/>
              </a:rPr>
              <a:t>a</a:t>
            </a:r>
            <a:r>
              <a:rPr sz="2000" dirty="0">
                <a:latin typeface="Lucida Sans Unicode"/>
                <a:cs typeface="Lucida Sans Unicode"/>
              </a:rPr>
              <a:t>	u</a:t>
            </a:r>
            <a:r>
              <a:rPr sz="2000" spc="-235" dirty="0">
                <a:latin typeface="Lucida Sans Unicode"/>
                <a:cs typeface="Lucida Sans Unicode"/>
              </a:rPr>
              <a:t> </a:t>
            </a:r>
            <a:r>
              <a:rPr sz="2000" spc="-50" dirty="0">
                <a:latin typeface="Lucida Sans Unicode"/>
                <a:cs typeface="Lucida Sans Unicode"/>
              </a:rPr>
              <a:t>n</a:t>
            </a:r>
            <a:r>
              <a:rPr sz="2000" dirty="0">
                <a:latin typeface="Lucida Sans Unicode"/>
                <a:cs typeface="Lucida Sans Unicode"/>
              </a:rPr>
              <a:t>	</a:t>
            </a:r>
            <a:r>
              <a:rPr sz="2000" spc="-80" dirty="0">
                <a:latin typeface="Lucida Sans Unicode"/>
                <a:cs typeface="Lucida Sans Unicode"/>
              </a:rPr>
              <a:t>r</a:t>
            </a:r>
            <a:r>
              <a:rPr sz="2000" spc="-260" dirty="0">
                <a:latin typeface="Lucida Sans Unicode"/>
                <a:cs typeface="Lucida Sans Unicode"/>
              </a:rPr>
              <a:t> </a:t>
            </a:r>
            <a:r>
              <a:rPr sz="2000" spc="120" dirty="0">
                <a:latin typeface="Lucida Sans Unicode"/>
                <a:cs typeface="Lucida Sans Unicode"/>
              </a:rPr>
              <a:t>e</a:t>
            </a:r>
            <a:r>
              <a:rPr sz="2000" spc="-260" dirty="0">
                <a:latin typeface="Lucida Sans Unicode"/>
                <a:cs typeface="Lucida Sans Unicode"/>
              </a:rPr>
              <a:t> </a:t>
            </a:r>
            <a:r>
              <a:rPr sz="2000" dirty="0">
                <a:latin typeface="Lucida Sans Unicode"/>
                <a:cs typeface="Lucida Sans Unicode"/>
              </a:rPr>
              <a:t>n</a:t>
            </a:r>
            <a:r>
              <a:rPr sz="2000" spc="-260" dirty="0">
                <a:latin typeface="Lucida Sans Unicode"/>
                <a:cs typeface="Lucida Sans Unicode"/>
              </a:rPr>
              <a:t> </a:t>
            </a:r>
            <a:r>
              <a:rPr sz="2000" spc="85" dirty="0">
                <a:latin typeface="Lucida Sans Unicode"/>
                <a:cs typeface="Lucida Sans Unicode"/>
              </a:rPr>
              <a:t>d</a:t>
            </a:r>
            <a:r>
              <a:rPr sz="2000" spc="-254" dirty="0">
                <a:latin typeface="Lucida Sans Unicode"/>
                <a:cs typeface="Lucida Sans Unicode"/>
              </a:rPr>
              <a:t> </a:t>
            </a:r>
            <a:r>
              <a:rPr sz="2000" spc="-95" dirty="0">
                <a:latin typeface="Lucida Sans Unicode"/>
                <a:cs typeface="Lucida Sans Unicode"/>
              </a:rPr>
              <a:t>i</a:t>
            </a:r>
            <a:r>
              <a:rPr sz="2000" spc="-260" dirty="0">
                <a:latin typeface="Lucida Sans Unicode"/>
                <a:cs typeface="Lucida Sans Unicode"/>
              </a:rPr>
              <a:t> </a:t>
            </a:r>
            <a:r>
              <a:rPr sz="2000" spc="185" dirty="0">
                <a:latin typeface="Lucida Sans Unicode"/>
                <a:cs typeface="Lucida Sans Unicode"/>
              </a:rPr>
              <a:t>m</a:t>
            </a:r>
            <a:r>
              <a:rPr sz="2000" spc="-260" dirty="0">
                <a:latin typeface="Lucida Sans Unicode"/>
                <a:cs typeface="Lucida Sans Unicode"/>
              </a:rPr>
              <a:t> </a:t>
            </a:r>
            <a:r>
              <a:rPr sz="2000" spc="-95" dirty="0">
                <a:latin typeface="Lucida Sans Unicode"/>
                <a:cs typeface="Lucida Sans Unicode"/>
              </a:rPr>
              <a:t>i</a:t>
            </a:r>
            <a:r>
              <a:rPr sz="2000" spc="-254" dirty="0">
                <a:latin typeface="Lucida Sans Unicode"/>
                <a:cs typeface="Lucida Sans Unicode"/>
              </a:rPr>
              <a:t> </a:t>
            </a:r>
            <a:r>
              <a:rPr sz="2000" spc="120" dirty="0">
                <a:latin typeface="Lucida Sans Unicode"/>
                <a:cs typeface="Lucida Sans Unicode"/>
              </a:rPr>
              <a:t>e</a:t>
            </a:r>
            <a:r>
              <a:rPr sz="2000" spc="-260" dirty="0">
                <a:latin typeface="Lucida Sans Unicode"/>
                <a:cs typeface="Lucida Sans Unicode"/>
              </a:rPr>
              <a:t> </a:t>
            </a:r>
            <a:r>
              <a:rPr sz="2000" dirty="0">
                <a:latin typeface="Lucida Sans Unicode"/>
                <a:cs typeface="Lucida Sans Unicode"/>
              </a:rPr>
              <a:t>n</a:t>
            </a:r>
            <a:r>
              <a:rPr sz="2000" spc="-260" dirty="0">
                <a:latin typeface="Lucida Sans Unicode"/>
                <a:cs typeface="Lucida Sans Unicode"/>
              </a:rPr>
              <a:t> </a:t>
            </a:r>
            <a:r>
              <a:rPr sz="2000" spc="-30" dirty="0">
                <a:latin typeface="Lucida Sans Unicode"/>
                <a:cs typeface="Lucida Sans Unicode"/>
              </a:rPr>
              <a:t>t</a:t>
            </a:r>
            <a:r>
              <a:rPr sz="2000" spc="-254" dirty="0">
                <a:latin typeface="Lucida Sans Unicode"/>
                <a:cs typeface="Lucida Sans Unicode"/>
              </a:rPr>
              <a:t> </a:t>
            </a:r>
            <a:r>
              <a:rPr sz="2000" spc="-50" dirty="0">
                <a:latin typeface="Lucida Sans Unicode"/>
                <a:cs typeface="Lucida Sans Unicode"/>
              </a:rPr>
              <a:t>o</a:t>
            </a:r>
            <a:endParaRPr sz="2000">
              <a:latin typeface="Lucida Sans Unicode"/>
              <a:cs typeface="Lucida Sans Unicode"/>
            </a:endParaRPr>
          </a:p>
        </p:txBody>
      </p:sp>
      <p:sp>
        <p:nvSpPr>
          <p:cNvPr id="21" name="object 21"/>
          <p:cNvSpPr txBox="1"/>
          <p:nvPr/>
        </p:nvSpPr>
        <p:spPr>
          <a:xfrm>
            <a:off x="8914726" y="8225776"/>
            <a:ext cx="2692400" cy="692150"/>
          </a:xfrm>
          <a:prstGeom prst="rect">
            <a:avLst/>
          </a:prstGeom>
        </p:spPr>
        <p:txBody>
          <a:bodyPr vert="horz" wrap="square" lIns="0" tIns="12700" rIns="0" bIns="0" rtlCol="0">
            <a:spAutoFit/>
          </a:bodyPr>
          <a:lstStyle/>
          <a:p>
            <a:pPr marL="12700" marR="5080">
              <a:lnSpc>
                <a:spcPct val="109400"/>
              </a:lnSpc>
              <a:spcBef>
                <a:spcPts val="100"/>
              </a:spcBef>
              <a:tabLst>
                <a:tab pos="1459865" algn="l"/>
              </a:tabLst>
            </a:pPr>
            <a:r>
              <a:rPr sz="2000" dirty="0">
                <a:latin typeface="Lucida Sans Unicode"/>
                <a:cs typeface="Lucida Sans Unicode"/>
              </a:rPr>
              <a:t>s</a:t>
            </a:r>
            <a:r>
              <a:rPr sz="2000" spc="-250" dirty="0">
                <a:latin typeface="Lucida Sans Unicode"/>
                <a:cs typeface="Lucida Sans Unicode"/>
              </a:rPr>
              <a:t> </a:t>
            </a:r>
            <a:r>
              <a:rPr sz="2000" dirty="0">
                <a:latin typeface="Lucida Sans Unicode"/>
                <a:cs typeface="Lucida Sans Unicode"/>
              </a:rPr>
              <a:t>ó</a:t>
            </a:r>
            <a:r>
              <a:rPr sz="2000" spc="-250" dirty="0">
                <a:latin typeface="Lucida Sans Unicode"/>
                <a:cs typeface="Lucida Sans Unicode"/>
              </a:rPr>
              <a:t> </a:t>
            </a:r>
            <a:r>
              <a:rPr sz="2000" spc="-95" dirty="0">
                <a:latin typeface="Lucida Sans Unicode"/>
                <a:cs typeface="Lucida Sans Unicode"/>
              </a:rPr>
              <a:t>l</a:t>
            </a:r>
            <a:r>
              <a:rPr sz="2000" spc="-250" dirty="0">
                <a:latin typeface="Lucida Sans Unicode"/>
                <a:cs typeface="Lucida Sans Unicode"/>
              </a:rPr>
              <a:t> </a:t>
            </a:r>
            <a:r>
              <a:rPr sz="2000" spc="-95" dirty="0">
                <a:latin typeface="Lucida Sans Unicode"/>
                <a:cs typeface="Lucida Sans Unicode"/>
              </a:rPr>
              <a:t>i</a:t>
            </a:r>
            <a:r>
              <a:rPr sz="2000" spc="-245" dirty="0">
                <a:latin typeface="Lucida Sans Unicode"/>
                <a:cs typeface="Lucida Sans Unicode"/>
              </a:rPr>
              <a:t> </a:t>
            </a:r>
            <a:r>
              <a:rPr sz="2000" spc="85" dirty="0">
                <a:latin typeface="Lucida Sans Unicode"/>
                <a:cs typeface="Lucida Sans Unicode"/>
              </a:rPr>
              <a:t>d</a:t>
            </a:r>
            <a:r>
              <a:rPr sz="2000" spc="-250" dirty="0">
                <a:latin typeface="Lucida Sans Unicode"/>
                <a:cs typeface="Lucida Sans Unicode"/>
              </a:rPr>
              <a:t> </a:t>
            </a:r>
            <a:r>
              <a:rPr sz="2000" dirty="0">
                <a:latin typeface="Lucida Sans Unicode"/>
                <a:cs typeface="Lucida Sans Unicode"/>
              </a:rPr>
              <a:t>o</a:t>
            </a:r>
            <a:r>
              <a:rPr sz="2000" spc="-250" dirty="0">
                <a:latin typeface="Lucida Sans Unicode"/>
                <a:cs typeface="Lucida Sans Unicode"/>
              </a:rPr>
              <a:t> </a:t>
            </a:r>
            <a:r>
              <a:rPr sz="2000" spc="-50" dirty="0">
                <a:latin typeface="Lucida Sans Unicode"/>
                <a:cs typeface="Lucida Sans Unicode"/>
              </a:rPr>
              <a:t>,</a:t>
            </a:r>
            <a:r>
              <a:rPr sz="2000" dirty="0">
                <a:latin typeface="Lucida Sans Unicode"/>
                <a:cs typeface="Lucida Sans Unicode"/>
              </a:rPr>
              <a:t>	</a:t>
            </a:r>
            <a:r>
              <a:rPr sz="2000" spc="240" dirty="0">
                <a:latin typeface="Lucida Sans Unicode"/>
                <a:cs typeface="Lucida Sans Unicode"/>
              </a:rPr>
              <a:t>a</a:t>
            </a:r>
            <a:r>
              <a:rPr sz="2000" spc="-250" dirty="0">
                <a:latin typeface="Lucida Sans Unicode"/>
                <a:cs typeface="Lucida Sans Unicode"/>
              </a:rPr>
              <a:t> </a:t>
            </a:r>
            <a:r>
              <a:rPr sz="2000" dirty="0">
                <a:latin typeface="Lucida Sans Unicode"/>
                <a:cs typeface="Lucida Sans Unicode"/>
              </a:rPr>
              <a:t>u</a:t>
            </a:r>
            <a:r>
              <a:rPr sz="2000" spc="-245" dirty="0">
                <a:latin typeface="Lucida Sans Unicode"/>
                <a:cs typeface="Lucida Sans Unicode"/>
              </a:rPr>
              <a:t> </a:t>
            </a:r>
            <a:r>
              <a:rPr sz="2000" dirty="0">
                <a:latin typeface="Lucida Sans Unicode"/>
                <a:cs typeface="Lucida Sans Unicode"/>
              </a:rPr>
              <a:t>n</a:t>
            </a:r>
            <a:r>
              <a:rPr sz="2000" spc="-245" dirty="0">
                <a:latin typeface="Lucida Sans Unicode"/>
                <a:cs typeface="Lucida Sans Unicode"/>
              </a:rPr>
              <a:t> </a:t>
            </a:r>
            <a:r>
              <a:rPr sz="2000" spc="85" dirty="0">
                <a:latin typeface="Lucida Sans Unicode"/>
                <a:cs typeface="Lucida Sans Unicode"/>
              </a:rPr>
              <a:t>q</a:t>
            </a:r>
            <a:r>
              <a:rPr sz="2000" spc="-250" dirty="0">
                <a:latin typeface="Lucida Sans Unicode"/>
                <a:cs typeface="Lucida Sans Unicode"/>
              </a:rPr>
              <a:t> </a:t>
            </a:r>
            <a:r>
              <a:rPr sz="2000" dirty="0">
                <a:latin typeface="Lucida Sans Unicode"/>
                <a:cs typeface="Lucida Sans Unicode"/>
              </a:rPr>
              <a:t>u</a:t>
            </a:r>
            <a:r>
              <a:rPr sz="2000" spc="-245" dirty="0">
                <a:latin typeface="Lucida Sans Unicode"/>
                <a:cs typeface="Lucida Sans Unicode"/>
              </a:rPr>
              <a:t> </a:t>
            </a:r>
            <a:r>
              <a:rPr sz="2000" spc="10" dirty="0">
                <a:latin typeface="Lucida Sans Unicode"/>
                <a:cs typeface="Lucida Sans Unicode"/>
              </a:rPr>
              <a:t>e </a:t>
            </a:r>
            <a:r>
              <a:rPr sz="2000" spc="85" dirty="0">
                <a:latin typeface="Lucida Sans Unicode"/>
                <a:cs typeface="Lucida Sans Unicode"/>
              </a:rPr>
              <a:t>d</a:t>
            </a:r>
            <a:r>
              <a:rPr sz="2000" spc="-260" dirty="0">
                <a:latin typeface="Lucida Sans Unicode"/>
                <a:cs typeface="Lucida Sans Unicode"/>
              </a:rPr>
              <a:t> </a:t>
            </a:r>
            <a:r>
              <a:rPr sz="2000" spc="-95" dirty="0">
                <a:latin typeface="Lucida Sans Unicode"/>
                <a:cs typeface="Lucida Sans Unicode"/>
              </a:rPr>
              <a:t>i</a:t>
            </a:r>
            <a:r>
              <a:rPr sz="2000" spc="-260" dirty="0">
                <a:latin typeface="Lucida Sans Unicode"/>
                <a:cs typeface="Lucida Sans Unicode"/>
              </a:rPr>
              <a:t> </a:t>
            </a:r>
            <a:r>
              <a:rPr sz="2000" dirty="0">
                <a:latin typeface="Lucida Sans Unicode"/>
                <a:cs typeface="Lucida Sans Unicode"/>
              </a:rPr>
              <a:t>s</a:t>
            </a:r>
            <a:r>
              <a:rPr sz="2000" spc="-254" dirty="0">
                <a:latin typeface="Lucida Sans Unicode"/>
                <a:cs typeface="Lucida Sans Unicode"/>
              </a:rPr>
              <a:t> </a:t>
            </a:r>
            <a:r>
              <a:rPr sz="2000" spc="180" dirty="0">
                <a:latin typeface="Lucida Sans Unicode"/>
                <a:cs typeface="Lucida Sans Unicode"/>
              </a:rPr>
              <a:t>c</a:t>
            </a:r>
            <a:r>
              <a:rPr sz="2000" spc="-260" dirty="0">
                <a:latin typeface="Lucida Sans Unicode"/>
                <a:cs typeface="Lucida Sans Unicode"/>
              </a:rPr>
              <a:t> </a:t>
            </a:r>
            <a:r>
              <a:rPr sz="2000" spc="-80" dirty="0">
                <a:latin typeface="Lucida Sans Unicode"/>
                <a:cs typeface="Lucida Sans Unicode"/>
              </a:rPr>
              <a:t>r</a:t>
            </a:r>
            <a:r>
              <a:rPr sz="2000" spc="-260" dirty="0">
                <a:latin typeface="Lucida Sans Unicode"/>
                <a:cs typeface="Lucida Sans Unicode"/>
              </a:rPr>
              <a:t> </a:t>
            </a:r>
            <a:r>
              <a:rPr sz="2000" spc="-95" dirty="0">
                <a:latin typeface="Lucida Sans Unicode"/>
                <a:cs typeface="Lucida Sans Unicode"/>
              </a:rPr>
              <a:t>i</a:t>
            </a:r>
            <a:r>
              <a:rPr sz="2000" spc="-254" dirty="0">
                <a:latin typeface="Lucida Sans Unicode"/>
                <a:cs typeface="Lucida Sans Unicode"/>
              </a:rPr>
              <a:t> </a:t>
            </a:r>
            <a:r>
              <a:rPr sz="2000" spc="185" dirty="0">
                <a:latin typeface="Lucida Sans Unicode"/>
                <a:cs typeface="Lucida Sans Unicode"/>
              </a:rPr>
              <a:t>m</a:t>
            </a:r>
            <a:r>
              <a:rPr sz="2000" spc="-260" dirty="0">
                <a:latin typeface="Lucida Sans Unicode"/>
                <a:cs typeface="Lucida Sans Unicode"/>
              </a:rPr>
              <a:t> </a:t>
            </a:r>
            <a:r>
              <a:rPr sz="2000" spc="-95" dirty="0">
                <a:latin typeface="Lucida Sans Unicode"/>
                <a:cs typeface="Lucida Sans Unicode"/>
              </a:rPr>
              <a:t>i</a:t>
            </a:r>
            <a:r>
              <a:rPr sz="2000" spc="-260" dirty="0">
                <a:latin typeface="Lucida Sans Unicode"/>
                <a:cs typeface="Lucida Sans Unicode"/>
              </a:rPr>
              <a:t> </a:t>
            </a:r>
            <a:r>
              <a:rPr sz="2000" dirty="0">
                <a:latin typeface="Lucida Sans Unicode"/>
                <a:cs typeface="Lucida Sans Unicode"/>
              </a:rPr>
              <a:t>n</a:t>
            </a:r>
            <a:r>
              <a:rPr sz="2000" spc="-254" dirty="0">
                <a:latin typeface="Lucida Sans Unicode"/>
                <a:cs typeface="Lucida Sans Unicode"/>
              </a:rPr>
              <a:t> </a:t>
            </a:r>
            <a:r>
              <a:rPr sz="2000" spc="240" dirty="0">
                <a:latin typeface="Lucida Sans Unicode"/>
                <a:cs typeface="Lucida Sans Unicode"/>
              </a:rPr>
              <a:t>a</a:t>
            </a:r>
            <a:r>
              <a:rPr sz="2000" spc="-260" dirty="0">
                <a:latin typeface="Lucida Sans Unicode"/>
                <a:cs typeface="Lucida Sans Unicode"/>
              </a:rPr>
              <a:t> </a:t>
            </a:r>
            <a:r>
              <a:rPr sz="2000" spc="180" dirty="0">
                <a:latin typeface="Lucida Sans Unicode"/>
                <a:cs typeface="Lucida Sans Unicode"/>
              </a:rPr>
              <a:t>c</a:t>
            </a:r>
            <a:r>
              <a:rPr sz="2000" spc="-254" dirty="0">
                <a:latin typeface="Lucida Sans Unicode"/>
                <a:cs typeface="Lucida Sans Unicode"/>
              </a:rPr>
              <a:t> </a:t>
            </a:r>
            <a:r>
              <a:rPr sz="2000" spc="-95" dirty="0">
                <a:latin typeface="Lucida Sans Unicode"/>
                <a:cs typeface="Lucida Sans Unicode"/>
              </a:rPr>
              <a:t>i</a:t>
            </a:r>
            <a:r>
              <a:rPr sz="2000" spc="-260" dirty="0">
                <a:latin typeface="Lucida Sans Unicode"/>
                <a:cs typeface="Lucida Sans Unicode"/>
              </a:rPr>
              <a:t> </a:t>
            </a:r>
            <a:r>
              <a:rPr sz="2000" dirty="0">
                <a:latin typeface="Lucida Sans Unicode"/>
                <a:cs typeface="Lucida Sans Unicode"/>
              </a:rPr>
              <a:t>ó</a:t>
            </a:r>
            <a:r>
              <a:rPr sz="2000" spc="-260" dirty="0">
                <a:latin typeface="Lucida Sans Unicode"/>
                <a:cs typeface="Lucida Sans Unicode"/>
              </a:rPr>
              <a:t> </a:t>
            </a:r>
            <a:r>
              <a:rPr sz="2000" spc="-50" dirty="0">
                <a:latin typeface="Lucida Sans Unicode"/>
                <a:cs typeface="Lucida Sans Unicode"/>
              </a:rPr>
              <a:t>n</a:t>
            </a:r>
            <a:endParaRPr sz="2000">
              <a:latin typeface="Lucida Sans Unicode"/>
              <a:cs typeface="Lucida Sans Unicode"/>
            </a:endParaRPr>
          </a:p>
        </p:txBody>
      </p:sp>
      <p:sp>
        <p:nvSpPr>
          <p:cNvPr id="22" name="object 22"/>
          <p:cNvSpPr txBox="1"/>
          <p:nvPr/>
        </p:nvSpPr>
        <p:spPr>
          <a:xfrm>
            <a:off x="11947580" y="8225776"/>
            <a:ext cx="2954655" cy="692150"/>
          </a:xfrm>
          <a:prstGeom prst="rect">
            <a:avLst/>
          </a:prstGeom>
        </p:spPr>
        <p:txBody>
          <a:bodyPr vert="horz" wrap="square" lIns="0" tIns="41275" rIns="0" bIns="0" rtlCol="0">
            <a:spAutoFit/>
          </a:bodyPr>
          <a:lstStyle/>
          <a:p>
            <a:pPr marL="12700">
              <a:lnSpc>
                <a:spcPct val="100000"/>
              </a:lnSpc>
              <a:spcBef>
                <a:spcPts val="325"/>
              </a:spcBef>
              <a:tabLst>
                <a:tab pos="949960" algn="l"/>
                <a:tab pos="2566035" algn="l"/>
              </a:tabLst>
            </a:pPr>
            <a:r>
              <a:rPr sz="2000" spc="180" dirty="0">
                <a:latin typeface="Lucida Sans Unicode"/>
                <a:cs typeface="Lucida Sans Unicode"/>
              </a:rPr>
              <a:t>c</a:t>
            </a:r>
            <a:r>
              <a:rPr sz="2000" spc="-245" dirty="0">
                <a:latin typeface="Lucida Sans Unicode"/>
                <a:cs typeface="Lucida Sans Unicode"/>
              </a:rPr>
              <a:t> </a:t>
            </a:r>
            <a:r>
              <a:rPr sz="2000" dirty="0">
                <a:latin typeface="Lucida Sans Unicode"/>
                <a:cs typeface="Lucida Sans Unicode"/>
              </a:rPr>
              <a:t>o</a:t>
            </a:r>
            <a:r>
              <a:rPr sz="2000" spc="-245" dirty="0">
                <a:latin typeface="Lucida Sans Unicode"/>
                <a:cs typeface="Lucida Sans Unicode"/>
              </a:rPr>
              <a:t> </a:t>
            </a:r>
            <a:r>
              <a:rPr sz="2000" spc="-50" dirty="0">
                <a:latin typeface="Lucida Sans Unicode"/>
                <a:cs typeface="Lucida Sans Unicode"/>
              </a:rPr>
              <a:t>n</a:t>
            </a:r>
            <a:r>
              <a:rPr sz="2000" dirty="0">
                <a:latin typeface="Lucida Sans Unicode"/>
                <a:cs typeface="Lucida Sans Unicode"/>
              </a:rPr>
              <a:t>	</a:t>
            </a:r>
            <a:r>
              <a:rPr sz="2000" spc="185" dirty="0">
                <a:latin typeface="Lucida Sans Unicode"/>
                <a:cs typeface="Lucida Sans Unicode"/>
              </a:rPr>
              <a:t>m</a:t>
            </a:r>
            <a:r>
              <a:rPr sz="2000" spc="-270" dirty="0">
                <a:latin typeface="Lucida Sans Unicode"/>
                <a:cs typeface="Lucida Sans Unicode"/>
              </a:rPr>
              <a:t> </a:t>
            </a:r>
            <a:r>
              <a:rPr sz="2000" spc="240" dirty="0">
                <a:latin typeface="Lucida Sans Unicode"/>
                <a:cs typeface="Lucida Sans Unicode"/>
              </a:rPr>
              <a:t>a</a:t>
            </a:r>
            <a:r>
              <a:rPr sz="2000" spc="-265" dirty="0">
                <a:latin typeface="Lucida Sans Unicode"/>
                <a:cs typeface="Lucida Sans Unicode"/>
              </a:rPr>
              <a:t> </a:t>
            </a:r>
            <a:r>
              <a:rPr sz="2000" spc="-80" dirty="0">
                <a:latin typeface="Lucida Sans Unicode"/>
                <a:cs typeface="Lucida Sans Unicode"/>
              </a:rPr>
              <a:t>r</a:t>
            </a:r>
            <a:r>
              <a:rPr sz="2000" spc="-270" dirty="0">
                <a:latin typeface="Lucida Sans Unicode"/>
                <a:cs typeface="Lucida Sans Unicode"/>
              </a:rPr>
              <a:t> </a:t>
            </a:r>
            <a:r>
              <a:rPr sz="2000" spc="100" dirty="0">
                <a:latin typeface="Lucida Sans Unicode"/>
                <a:cs typeface="Lucida Sans Unicode"/>
              </a:rPr>
              <a:t>g</a:t>
            </a:r>
            <a:r>
              <a:rPr sz="2000" spc="-265"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50" dirty="0">
                <a:latin typeface="Lucida Sans Unicode"/>
                <a:cs typeface="Lucida Sans Unicode"/>
              </a:rPr>
              <a:t>n</a:t>
            </a:r>
            <a:r>
              <a:rPr sz="2000" dirty="0">
                <a:latin typeface="Lucida Sans Unicode"/>
                <a:cs typeface="Lucida Sans Unicode"/>
              </a:rPr>
              <a:t>	</a:t>
            </a:r>
            <a:r>
              <a:rPr sz="2000" spc="85" dirty="0">
                <a:latin typeface="Lucida Sans Unicode"/>
                <a:cs typeface="Lucida Sans Unicode"/>
              </a:rPr>
              <a:t>d</a:t>
            </a:r>
            <a:r>
              <a:rPr sz="2000" spc="-270" dirty="0">
                <a:latin typeface="Lucida Sans Unicode"/>
                <a:cs typeface="Lucida Sans Unicode"/>
              </a:rPr>
              <a:t> </a:t>
            </a:r>
            <a:r>
              <a:rPr sz="2000" spc="70" dirty="0">
                <a:latin typeface="Lucida Sans Unicode"/>
                <a:cs typeface="Lucida Sans Unicode"/>
              </a:rPr>
              <a:t>e</a:t>
            </a:r>
            <a:endParaRPr sz="2000">
              <a:latin typeface="Lucida Sans Unicode"/>
              <a:cs typeface="Lucida Sans Unicode"/>
            </a:endParaRPr>
          </a:p>
          <a:p>
            <a:pPr marL="110489">
              <a:lnSpc>
                <a:spcPct val="100000"/>
              </a:lnSpc>
              <a:spcBef>
                <a:spcPts val="225"/>
              </a:spcBef>
              <a:tabLst>
                <a:tab pos="1137285" algn="l"/>
              </a:tabLst>
            </a:pPr>
            <a:r>
              <a:rPr sz="2000" spc="85" dirty="0">
                <a:latin typeface="Lucida Sans Unicode"/>
                <a:cs typeface="Lucida Sans Unicode"/>
              </a:rPr>
              <a:t>d</a:t>
            </a:r>
            <a:r>
              <a:rPr sz="2000" spc="-270" dirty="0">
                <a:latin typeface="Lucida Sans Unicode"/>
                <a:cs typeface="Lucida Sans Unicode"/>
              </a:rPr>
              <a:t> </a:t>
            </a:r>
            <a:r>
              <a:rPr sz="2000" spc="70" dirty="0">
                <a:latin typeface="Lucida Sans Unicode"/>
                <a:cs typeface="Lucida Sans Unicode"/>
              </a:rPr>
              <a:t>e</a:t>
            </a:r>
            <a:r>
              <a:rPr sz="2000" dirty="0">
                <a:latin typeface="Lucida Sans Unicode"/>
                <a:cs typeface="Lucida Sans Unicode"/>
              </a:rPr>
              <a:t>	n</a:t>
            </a:r>
            <a:r>
              <a:rPr sz="2000" spc="-260" dirty="0">
                <a:latin typeface="Lucida Sans Unicode"/>
                <a:cs typeface="Lucida Sans Unicode"/>
              </a:rPr>
              <a:t> </a:t>
            </a:r>
            <a:r>
              <a:rPr sz="2000" spc="-95" dirty="0">
                <a:latin typeface="Lucida Sans Unicode"/>
                <a:cs typeface="Lucida Sans Unicode"/>
              </a:rPr>
              <a:t>i</a:t>
            </a:r>
            <a:r>
              <a:rPr sz="2000" spc="-260" dirty="0">
                <a:latin typeface="Lucida Sans Unicode"/>
                <a:cs typeface="Lucida Sans Unicode"/>
              </a:rPr>
              <a:t> </a:t>
            </a:r>
            <a:r>
              <a:rPr sz="2000" spc="80" dirty="0">
                <a:latin typeface="Lucida Sans Unicode"/>
                <a:cs typeface="Lucida Sans Unicode"/>
              </a:rPr>
              <a:t>v</a:t>
            </a:r>
            <a:r>
              <a:rPr sz="2000" spc="-260" dirty="0">
                <a:latin typeface="Lucida Sans Unicode"/>
                <a:cs typeface="Lucida Sans Unicode"/>
              </a:rPr>
              <a:t> </a:t>
            </a:r>
            <a:r>
              <a:rPr sz="2000" spc="120" dirty="0">
                <a:latin typeface="Lucida Sans Unicode"/>
                <a:cs typeface="Lucida Sans Unicode"/>
              </a:rPr>
              <a:t>e</a:t>
            </a:r>
            <a:r>
              <a:rPr sz="2000" spc="-260" dirty="0">
                <a:latin typeface="Lucida Sans Unicode"/>
                <a:cs typeface="Lucida Sans Unicode"/>
              </a:rPr>
              <a:t> </a:t>
            </a:r>
            <a:r>
              <a:rPr sz="2000" spc="-95" dirty="0">
                <a:latin typeface="Lucida Sans Unicode"/>
                <a:cs typeface="Lucida Sans Unicode"/>
              </a:rPr>
              <a:t>l</a:t>
            </a:r>
            <a:r>
              <a:rPr sz="2000" spc="-260" dirty="0">
                <a:latin typeface="Lucida Sans Unicode"/>
                <a:cs typeface="Lucida Sans Unicode"/>
              </a:rPr>
              <a:t> </a:t>
            </a:r>
            <a:r>
              <a:rPr sz="2000" spc="120" dirty="0">
                <a:latin typeface="Lucida Sans Unicode"/>
                <a:cs typeface="Lucida Sans Unicode"/>
              </a:rPr>
              <a:t>e</a:t>
            </a:r>
            <a:r>
              <a:rPr sz="2000" spc="-260" dirty="0">
                <a:latin typeface="Lucida Sans Unicode"/>
                <a:cs typeface="Lucida Sans Unicode"/>
              </a:rPr>
              <a:t> </a:t>
            </a:r>
            <a:r>
              <a:rPr sz="2000" spc="-50" dirty="0">
                <a:latin typeface="Lucida Sans Unicode"/>
                <a:cs typeface="Lucida Sans Unicode"/>
              </a:rPr>
              <a:t>s</a:t>
            </a:r>
            <a:endParaRPr sz="2000">
              <a:latin typeface="Lucida Sans Unicode"/>
              <a:cs typeface="Lucida Sans Unicode"/>
            </a:endParaRPr>
          </a:p>
        </p:txBody>
      </p:sp>
      <p:sp>
        <p:nvSpPr>
          <p:cNvPr id="23" name="object 23"/>
          <p:cNvSpPr txBox="1"/>
          <p:nvPr/>
        </p:nvSpPr>
        <p:spPr>
          <a:xfrm>
            <a:off x="14879525" y="8587802"/>
            <a:ext cx="1881505" cy="330200"/>
          </a:xfrm>
          <a:prstGeom prst="rect">
            <a:avLst/>
          </a:prstGeom>
        </p:spPr>
        <p:txBody>
          <a:bodyPr vert="horz" wrap="square" lIns="0" tIns="12700" rIns="0" bIns="0" rtlCol="0">
            <a:spAutoFit/>
          </a:bodyPr>
          <a:lstStyle/>
          <a:p>
            <a:pPr marL="12700">
              <a:lnSpc>
                <a:spcPct val="100000"/>
              </a:lnSpc>
              <a:spcBef>
                <a:spcPts val="100"/>
              </a:spcBef>
            </a:pPr>
            <a:r>
              <a:rPr sz="2000" spc="185" dirty="0">
                <a:latin typeface="Lucida Sans Unicode"/>
                <a:cs typeface="Lucida Sans Unicode"/>
              </a:rPr>
              <a:t>m</a:t>
            </a:r>
            <a:r>
              <a:rPr sz="2000" spc="-260" dirty="0">
                <a:latin typeface="Lucida Sans Unicode"/>
                <a:cs typeface="Lucida Sans Unicode"/>
              </a:rPr>
              <a:t> </a:t>
            </a:r>
            <a:r>
              <a:rPr sz="2000" dirty="0">
                <a:latin typeface="Lucida Sans Unicode"/>
                <a:cs typeface="Lucida Sans Unicode"/>
              </a:rPr>
              <a:t>o</a:t>
            </a:r>
            <a:r>
              <a:rPr sz="2000" spc="-254" dirty="0">
                <a:latin typeface="Lucida Sans Unicode"/>
                <a:cs typeface="Lucida Sans Unicode"/>
              </a:rPr>
              <a:t> </a:t>
            </a:r>
            <a:r>
              <a:rPr sz="2000" spc="85" dirty="0">
                <a:latin typeface="Lucida Sans Unicode"/>
                <a:cs typeface="Lucida Sans Unicode"/>
              </a:rPr>
              <a:t>d</a:t>
            </a:r>
            <a:r>
              <a:rPr sz="2000" spc="-254" dirty="0">
                <a:latin typeface="Lucida Sans Unicode"/>
                <a:cs typeface="Lucida Sans Unicode"/>
              </a:rPr>
              <a:t> </a:t>
            </a:r>
            <a:r>
              <a:rPr sz="2000" spc="120" dirty="0">
                <a:latin typeface="Lucida Sans Unicode"/>
                <a:cs typeface="Lucida Sans Unicode"/>
              </a:rPr>
              <a:t>e</a:t>
            </a:r>
            <a:r>
              <a:rPr sz="2000" spc="-254" dirty="0">
                <a:latin typeface="Lucida Sans Unicode"/>
                <a:cs typeface="Lucida Sans Unicode"/>
              </a:rPr>
              <a:t> </a:t>
            </a:r>
            <a:r>
              <a:rPr sz="2000" spc="-80" dirty="0">
                <a:latin typeface="Lucida Sans Unicode"/>
                <a:cs typeface="Lucida Sans Unicode"/>
              </a:rPr>
              <a:t>r</a:t>
            </a:r>
            <a:r>
              <a:rPr sz="2000" spc="-254" dirty="0">
                <a:latin typeface="Lucida Sans Unicode"/>
                <a:cs typeface="Lucida Sans Unicode"/>
              </a:rPr>
              <a:t> </a:t>
            </a:r>
            <a:r>
              <a:rPr sz="2000" spc="240" dirty="0">
                <a:latin typeface="Lucida Sans Unicode"/>
                <a:cs typeface="Lucida Sans Unicode"/>
              </a:rPr>
              <a:t>a</a:t>
            </a:r>
            <a:r>
              <a:rPr sz="2000" spc="-254" dirty="0">
                <a:latin typeface="Lucida Sans Unicode"/>
                <a:cs typeface="Lucida Sans Unicode"/>
              </a:rPr>
              <a:t> </a:t>
            </a:r>
            <a:r>
              <a:rPr sz="2000" spc="85" dirty="0">
                <a:latin typeface="Lucida Sans Unicode"/>
                <a:cs typeface="Lucida Sans Unicode"/>
              </a:rPr>
              <a:t>d</a:t>
            </a:r>
            <a:r>
              <a:rPr sz="2000" spc="-254" dirty="0">
                <a:latin typeface="Lucida Sans Unicode"/>
                <a:cs typeface="Lucida Sans Unicode"/>
              </a:rPr>
              <a:t> </a:t>
            </a:r>
            <a:r>
              <a:rPr sz="2000" dirty="0">
                <a:latin typeface="Lucida Sans Unicode"/>
                <a:cs typeface="Lucida Sans Unicode"/>
              </a:rPr>
              <a:t>o</a:t>
            </a:r>
            <a:r>
              <a:rPr sz="2000" spc="-254" dirty="0">
                <a:latin typeface="Lucida Sans Unicode"/>
                <a:cs typeface="Lucida Sans Unicode"/>
              </a:rPr>
              <a:t> </a:t>
            </a:r>
            <a:r>
              <a:rPr sz="2000" spc="-50" dirty="0">
                <a:latin typeface="Lucida Sans Unicode"/>
                <a:cs typeface="Lucida Sans Unicode"/>
              </a:rPr>
              <a:t>s</a:t>
            </a:r>
            <a:endParaRPr sz="2000">
              <a:latin typeface="Lucida Sans Unicode"/>
              <a:cs typeface="Lucida Sans Unicode"/>
            </a:endParaRPr>
          </a:p>
        </p:txBody>
      </p:sp>
      <p:sp>
        <p:nvSpPr>
          <p:cNvPr id="24" name="object 24"/>
          <p:cNvSpPr txBox="1"/>
          <p:nvPr/>
        </p:nvSpPr>
        <p:spPr>
          <a:xfrm>
            <a:off x="15242692" y="8225776"/>
            <a:ext cx="2545715" cy="692150"/>
          </a:xfrm>
          <a:prstGeom prst="rect">
            <a:avLst/>
          </a:prstGeom>
        </p:spPr>
        <p:txBody>
          <a:bodyPr vert="horz" wrap="square" lIns="0" tIns="41275" rIns="0" bIns="0" rtlCol="0">
            <a:spAutoFit/>
          </a:bodyPr>
          <a:lstStyle/>
          <a:p>
            <a:pPr marR="5080" algn="r">
              <a:lnSpc>
                <a:spcPct val="100000"/>
              </a:lnSpc>
              <a:spcBef>
                <a:spcPts val="325"/>
              </a:spcBef>
              <a:tabLst>
                <a:tab pos="1507490" algn="l"/>
                <a:tab pos="2239645" algn="l"/>
              </a:tabLst>
            </a:pPr>
            <a:r>
              <a:rPr sz="2000" spc="185" dirty="0">
                <a:latin typeface="Lucida Sans Unicode"/>
                <a:cs typeface="Lucida Sans Unicode"/>
              </a:rPr>
              <a:t>m</a:t>
            </a:r>
            <a:r>
              <a:rPr sz="2000" spc="-260" dirty="0">
                <a:latin typeface="Lucida Sans Unicode"/>
                <a:cs typeface="Lucida Sans Unicode"/>
              </a:rPr>
              <a:t> </a:t>
            </a:r>
            <a:r>
              <a:rPr sz="2000" spc="120" dirty="0">
                <a:latin typeface="Lucida Sans Unicode"/>
                <a:cs typeface="Lucida Sans Unicode"/>
              </a:rPr>
              <a:t>e</a:t>
            </a:r>
            <a:r>
              <a:rPr sz="2000" spc="-254" dirty="0">
                <a:latin typeface="Lucida Sans Unicode"/>
                <a:cs typeface="Lucida Sans Unicode"/>
              </a:rPr>
              <a:t> </a:t>
            </a:r>
            <a:r>
              <a:rPr sz="2000" spc="-130" dirty="0">
                <a:latin typeface="Lucida Sans Unicode"/>
                <a:cs typeface="Lucida Sans Unicode"/>
              </a:rPr>
              <a:t>j</a:t>
            </a:r>
            <a:r>
              <a:rPr sz="2000" spc="-254" dirty="0">
                <a:latin typeface="Lucida Sans Unicode"/>
                <a:cs typeface="Lucida Sans Unicode"/>
              </a:rPr>
              <a:t> </a:t>
            </a:r>
            <a:r>
              <a:rPr sz="2000" dirty="0">
                <a:latin typeface="Lucida Sans Unicode"/>
                <a:cs typeface="Lucida Sans Unicode"/>
              </a:rPr>
              <a:t>o</a:t>
            </a:r>
            <a:r>
              <a:rPr sz="2000" spc="-260" dirty="0">
                <a:latin typeface="Lucida Sans Unicode"/>
                <a:cs typeface="Lucida Sans Unicode"/>
              </a:rPr>
              <a:t> </a:t>
            </a:r>
            <a:r>
              <a:rPr sz="2000" spc="-80" dirty="0">
                <a:latin typeface="Lucida Sans Unicode"/>
                <a:cs typeface="Lucida Sans Unicode"/>
              </a:rPr>
              <a:t>r</a:t>
            </a:r>
            <a:r>
              <a:rPr sz="2000" spc="-254" dirty="0">
                <a:latin typeface="Lucida Sans Unicode"/>
                <a:cs typeface="Lucida Sans Unicode"/>
              </a:rPr>
              <a:t> </a:t>
            </a:r>
            <a:r>
              <a:rPr sz="2000" spc="190" dirty="0">
                <a:latin typeface="Lucida Sans Unicode"/>
                <a:cs typeface="Lucida Sans Unicode"/>
              </a:rPr>
              <a:t>a</a:t>
            </a:r>
            <a:r>
              <a:rPr sz="2000" dirty="0">
                <a:latin typeface="Lucida Sans Unicode"/>
                <a:cs typeface="Lucida Sans Unicode"/>
              </a:rPr>
              <a:t>	</a:t>
            </a:r>
            <a:r>
              <a:rPr sz="2000" spc="120" dirty="0">
                <a:latin typeface="Lucida Sans Unicode"/>
                <a:cs typeface="Lucida Sans Unicode"/>
              </a:rPr>
              <a:t>e</a:t>
            </a:r>
            <a:r>
              <a:rPr sz="2000" spc="-270" dirty="0">
                <a:latin typeface="Lucida Sans Unicode"/>
                <a:cs typeface="Lucida Sans Unicode"/>
              </a:rPr>
              <a:t> </a:t>
            </a:r>
            <a:r>
              <a:rPr sz="2000" spc="-50" dirty="0">
                <a:latin typeface="Lucida Sans Unicode"/>
                <a:cs typeface="Lucida Sans Unicode"/>
              </a:rPr>
              <a:t>n</a:t>
            </a:r>
            <a:r>
              <a:rPr sz="2000" dirty="0">
                <a:latin typeface="Lucida Sans Unicode"/>
                <a:cs typeface="Lucida Sans Unicode"/>
              </a:rPr>
              <a:t>	</a:t>
            </a:r>
            <a:r>
              <a:rPr sz="2000" spc="-95" dirty="0">
                <a:latin typeface="Lucida Sans Unicode"/>
                <a:cs typeface="Lucida Sans Unicode"/>
              </a:rPr>
              <a:t>l</a:t>
            </a:r>
            <a:r>
              <a:rPr sz="2000" spc="-265" dirty="0">
                <a:latin typeface="Lucida Sans Unicode"/>
                <a:cs typeface="Lucida Sans Unicode"/>
              </a:rPr>
              <a:t> </a:t>
            </a:r>
            <a:r>
              <a:rPr sz="2000" spc="190" dirty="0">
                <a:latin typeface="Lucida Sans Unicode"/>
                <a:cs typeface="Lucida Sans Unicode"/>
              </a:rPr>
              <a:t>a</a:t>
            </a:r>
            <a:endParaRPr sz="2000">
              <a:latin typeface="Lucida Sans Unicode"/>
              <a:cs typeface="Lucida Sans Unicode"/>
            </a:endParaRPr>
          </a:p>
          <a:p>
            <a:pPr marR="5080" algn="r">
              <a:lnSpc>
                <a:spcPct val="100000"/>
              </a:lnSpc>
              <a:spcBef>
                <a:spcPts val="225"/>
              </a:spcBef>
            </a:pPr>
            <a:r>
              <a:rPr sz="2000" spc="85" dirty="0">
                <a:latin typeface="Lucida Sans Unicode"/>
                <a:cs typeface="Lucida Sans Unicode"/>
              </a:rPr>
              <a:t>d</a:t>
            </a:r>
            <a:r>
              <a:rPr sz="2000" spc="-270" dirty="0">
                <a:latin typeface="Lucida Sans Unicode"/>
                <a:cs typeface="Lucida Sans Unicode"/>
              </a:rPr>
              <a:t> </a:t>
            </a:r>
            <a:r>
              <a:rPr sz="2000" spc="70" dirty="0">
                <a:latin typeface="Lucida Sans Unicode"/>
                <a:cs typeface="Lucida Sans Unicode"/>
              </a:rPr>
              <a:t>e</a:t>
            </a:r>
            <a:endParaRPr sz="2000">
              <a:latin typeface="Lucida Sans Unicode"/>
              <a:cs typeface="Lucida Sans Unicode"/>
            </a:endParaRPr>
          </a:p>
        </p:txBody>
      </p:sp>
      <p:sp>
        <p:nvSpPr>
          <p:cNvPr id="25" name="object 25"/>
          <p:cNvSpPr txBox="1"/>
          <p:nvPr/>
        </p:nvSpPr>
        <p:spPr>
          <a:xfrm>
            <a:off x="8914726" y="8921177"/>
            <a:ext cx="2622550" cy="330200"/>
          </a:xfrm>
          <a:prstGeom prst="rect">
            <a:avLst/>
          </a:prstGeom>
        </p:spPr>
        <p:txBody>
          <a:bodyPr vert="horz" wrap="square" lIns="0" tIns="12700" rIns="0" bIns="0" rtlCol="0">
            <a:spAutoFit/>
          </a:bodyPr>
          <a:lstStyle/>
          <a:p>
            <a:pPr marL="12700">
              <a:lnSpc>
                <a:spcPct val="100000"/>
              </a:lnSpc>
              <a:spcBef>
                <a:spcPts val="100"/>
              </a:spcBef>
            </a:pPr>
            <a:r>
              <a:rPr sz="2000" spc="180" dirty="0">
                <a:latin typeface="Lucida Sans Unicode"/>
                <a:cs typeface="Lucida Sans Unicode"/>
              </a:rPr>
              <a:t>c</a:t>
            </a:r>
            <a:r>
              <a:rPr sz="2000" spc="-254" dirty="0">
                <a:latin typeface="Lucida Sans Unicode"/>
                <a:cs typeface="Lucida Sans Unicode"/>
              </a:rPr>
              <a:t> </a:t>
            </a:r>
            <a:r>
              <a:rPr sz="2000" dirty="0">
                <a:latin typeface="Lucida Sans Unicode"/>
                <a:cs typeface="Lucida Sans Unicode"/>
              </a:rPr>
              <a:t>o</a:t>
            </a:r>
            <a:r>
              <a:rPr sz="2000" spc="-250" dirty="0">
                <a:latin typeface="Lucida Sans Unicode"/>
                <a:cs typeface="Lucida Sans Unicode"/>
              </a:rPr>
              <a:t> </a:t>
            </a:r>
            <a:r>
              <a:rPr sz="2000" dirty="0">
                <a:latin typeface="Lucida Sans Unicode"/>
                <a:cs typeface="Lucida Sans Unicode"/>
              </a:rPr>
              <a:t>n</a:t>
            </a:r>
            <a:r>
              <a:rPr sz="2000" spc="-250" dirty="0">
                <a:latin typeface="Lucida Sans Unicode"/>
                <a:cs typeface="Lucida Sans Unicode"/>
              </a:rPr>
              <a:t> </a:t>
            </a:r>
            <a:r>
              <a:rPr sz="2000" spc="-30" dirty="0">
                <a:latin typeface="Lucida Sans Unicode"/>
                <a:cs typeface="Lucida Sans Unicode"/>
              </a:rPr>
              <a:t>t</a:t>
            </a:r>
            <a:r>
              <a:rPr sz="2000" spc="-250" dirty="0">
                <a:latin typeface="Lucida Sans Unicode"/>
                <a:cs typeface="Lucida Sans Unicode"/>
              </a:rPr>
              <a:t> </a:t>
            </a:r>
            <a:r>
              <a:rPr sz="2000" spc="240" dirty="0">
                <a:latin typeface="Lucida Sans Unicode"/>
                <a:cs typeface="Lucida Sans Unicode"/>
              </a:rPr>
              <a:t>a</a:t>
            </a:r>
            <a:r>
              <a:rPr sz="2000" spc="-250" dirty="0">
                <a:latin typeface="Lucida Sans Unicode"/>
                <a:cs typeface="Lucida Sans Unicode"/>
              </a:rPr>
              <a:t> </a:t>
            </a:r>
            <a:r>
              <a:rPr sz="2000" spc="185" dirty="0">
                <a:latin typeface="Lucida Sans Unicode"/>
                <a:cs typeface="Lucida Sans Unicode"/>
              </a:rPr>
              <a:t>m</a:t>
            </a:r>
            <a:r>
              <a:rPr sz="2000" spc="-254" dirty="0">
                <a:latin typeface="Lucida Sans Unicode"/>
                <a:cs typeface="Lucida Sans Unicode"/>
              </a:rPr>
              <a:t> </a:t>
            </a:r>
            <a:r>
              <a:rPr sz="2000" spc="-95" dirty="0">
                <a:latin typeface="Lucida Sans Unicode"/>
                <a:cs typeface="Lucida Sans Unicode"/>
              </a:rPr>
              <a:t>i</a:t>
            </a:r>
            <a:r>
              <a:rPr sz="2000" spc="-250" dirty="0">
                <a:latin typeface="Lucida Sans Unicode"/>
                <a:cs typeface="Lucida Sans Unicode"/>
              </a:rPr>
              <a:t> </a:t>
            </a:r>
            <a:r>
              <a:rPr sz="2000" dirty="0">
                <a:latin typeface="Lucida Sans Unicode"/>
                <a:cs typeface="Lucida Sans Unicode"/>
              </a:rPr>
              <a:t>n</a:t>
            </a:r>
            <a:r>
              <a:rPr sz="2000" spc="-250" dirty="0">
                <a:latin typeface="Lucida Sans Unicode"/>
                <a:cs typeface="Lucida Sans Unicode"/>
              </a:rPr>
              <a:t> </a:t>
            </a:r>
            <a:r>
              <a:rPr sz="2000" spc="240" dirty="0">
                <a:latin typeface="Lucida Sans Unicode"/>
                <a:cs typeface="Lucida Sans Unicode"/>
              </a:rPr>
              <a:t>a</a:t>
            </a:r>
            <a:r>
              <a:rPr sz="2000" spc="-250" dirty="0">
                <a:latin typeface="Lucida Sans Unicode"/>
                <a:cs typeface="Lucida Sans Unicode"/>
              </a:rPr>
              <a:t> </a:t>
            </a:r>
            <a:r>
              <a:rPr sz="2000" spc="180" dirty="0">
                <a:latin typeface="Lucida Sans Unicode"/>
                <a:cs typeface="Lucida Sans Unicode"/>
              </a:rPr>
              <a:t>c</a:t>
            </a:r>
            <a:r>
              <a:rPr sz="2000" spc="-250" dirty="0">
                <a:latin typeface="Lucida Sans Unicode"/>
                <a:cs typeface="Lucida Sans Unicode"/>
              </a:rPr>
              <a:t> </a:t>
            </a:r>
            <a:r>
              <a:rPr sz="2000" spc="-95" dirty="0">
                <a:latin typeface="Lucida Sans Unicode"/>
                <a:cs typeface="Lucida Sans Unicode"/>
              </a:rPr>
              <a:t>i</a:t>
            </a:r>
            <a:r>
              <a:rPr sz="2000" spc="-250" dirty="0">
                <a:latin typeface="Lucida Sans Unicode"/>
                <a:cs typeface="Lucida Sans Unicode"/>
              </a:rPr>
              <a:t> </a:t>
            </a:r>
            <a:r>
              <a:rPr sz="2000" dirty="0">
                <a:latin typeface="Lucida Sans Unicode"/>
                <a:cs typeface="Lucida Sans Unicode"/>
              </a:rPr>
              <a:t>ó</a:t>
            </a:r>
            <a:r>
              <a:rPr sz="2000" spc="-254" dirty="0">
                <a:latin typeface="Lucida Sans Unicode"/>
                <a:cs typeface="Lucida Sans Unicode"/>
              </a:rPr>
              <a:t> </a:t>
            </a:r>
            <a:r>
              <a:rPr sz="2000" dirty="0">
                <a:latin typeface="Lucida Sans Unicode"/>
                <a:cs typeface="Lucida Sans Unicode"/>
              </a:rPr>
              <a:t>n</a:t>
            </a:r>
            <a:r>
              <a:rPr sz="2000" spc="-250" dirty="0">
                <a:latin typeface="Lucida Sans Unicode"/>
                <a:cs typeface="Lucida Sans Unicode"/>
              </a:rPr>
              <a:t> </a:t>
            </a:r>
            <a:r>
              <a:rPr sz="2000" spc="-150" dirty="0">
                <a:latin typeface="Lucida Sans Unicode"/>
                <a:cs typeface="Lucida Sans Unicode"/>
              </a:rPr>
              <a:t>.</a:t>
            </a:r>
            <a:endParaRPr sz="2000">
              <a:latin typeface="Lucida Sans Unicode"/>
              <a:cs typeface="Lucida Sans Unicode"/>
            </a:endParaRPr>
          </a:p>
        </p:txBody>
      </p:sp>
      <p:sp>
        <p:nvSpPr>
          <p:cNvPr id="26" name="object 26"/>
          <p:cNvSpPr txBox="1">
            <a:spLocks noGrp="1"/>
          </p:cNvSpPr>
          <p:nvPr>
            <p:ph type="title"/>
          </p:nvPr>
        </p:nvSpPr>
        <p:spPr>
          <a:xfrm>
            <a:off x="2100510" y="234864"/>
            <a:ext cx="14754860" cy="857250"/>
          </a:xfrm>
          <a:prstGeom prst="rect">
            <a:avLst/>
          </a:prstGeom>
        </p:spPr>
        <p:txBody>
          <a:bodyPr vert="horz" wrap="square" lIns="0" tIns="13335" rIns="0" bIns="0" rtlCol="0">
            <a:spAutoFit/>
          </a:bodyPr>
          <a:lstStyle/>
          <a:p>
            <a:pPr marL="12700">
              <a:lnSpc>
                <a:spcPct val="100000"/>
              </a:lnSpc>
              <a:spcBef>
                <a:spcPts val="105"/>
              </a:spcBef>
            </a:pPr>
            <a:r>
              <a:rPr spc="355" dirty="0"/>
              <a:t>Matriz</a:t>
            </a:r>
            <a:r>
              <a:rPr spc="-125" dirty="0"/>
              <a:t> </a:t>
            </a:r>
            <a:r>
              <a:rPr spc="235" dirty="0"/>
              <a:t>de</a:t>
            </a:r>
            <a:r>
              <a:rPr spc="-125" dirty="0"/>
              <a:t> </a:t>
            </a:r>
            <a:r>
              <a:rPr spc="415" dirty="0"/>
              <a:t>confusión</a:t>
            </a:r>
            <a:r>
              <a:rPr spc="-125" dirty="0"/>
              <a:t> </a:t>
            </a:r>
            <a:r>
              <a:rPr spc="180" dirty="0"/>
              <a:t>-</a:t>
            </a:r>
            <a:r>
              <a:rPr spc="-120" dirty="0"/>
              <a:t> </a:t>
            </a:r>
            <a:r>
              <a:rPr spc="440" dirty="0"/>
              <a:t>Clasificación</a:t>
            </a:r>
            <a:r>
              <a:rPr spc="-125" dirty="0"/>
              <a:t> </a:t>
            </a:r>
            <a:r>
              <a:rPr spc="235" dirty="0"/>
              <a:t>de</a:t>
            </a:r>
            <a:r>
              <a:rPr spc="-125" dirty="0"/>
              <a:t> </a:t>
            </a:r>
            <a:r>
              <a:rPr spc="310" dirty="0"/>
              <a:t>niveles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58710" y="3162913"/>
            <a:ext cx="13170535" cy="3979545"/>
          </a:xfrm>
          <a:prstGeom prst="rect">
            <a:avLst/>
          </a:prstGeom>
        </p:spPr>
        <p:txBody>
          <a:bodyPr vert="horz" wrap="square" lIns="0" tIns="11430" rIns="0" bIns="0" rtlCol="0">
            <a:spAutoFit/>
          </a:bodyPr>
          <a:lstStyle/>
          <a:p>
            <a:pPr marL="12700">
              <a:lnSpc>
                <a:spcPct val="100000"/>
              </a:lnSpc>
              <a:spcBef>
                <a:spcPts val="90"/>
              </a:spcBef>
            </a:pPr>
            <a:r>
              <a:rPr sz="25950" b="0" spc="-3635" dirty="0">
                <a:latin typeface="Trebuchet MS"/>
                <a:cs typeface="Trebuchet MS"/>
              </a:rPr>
              <a:t>THANK</a:t>
            </a:r>
            <a:r>
              <a:rPr sz="25950" b="0" spc="-1735" dirty="0">
                <a:latin typeface="Trebuchet MS"/>
                <a:cs typeface="Trebuchet MS"/>
              </a:rPr>
              <a:t> </a:t>
            </a:r>
            <a:r>
              <a:rPr sz="25950" b="0" spc="-4265" dirty="0">
                <a:latin typeface="Trebuchet MS"/>
                <a:cs typeface="Trebuchet MS"/>
              </a:rPr>
              <a:t>YOU</a:t>
            </a:r>
            <a:endParaRPr sz="25950">
              <a:latin typeface="Trebuchet MS"/>
              <a:cs typeface="Trebuchet MS"/>
            </a:endParaRPr>
          </a:p>
        </p:txBody>
      </p:sp>
      <p:grpSp>
        <p:nvGrpSpPr>
          <p:cNvPr id="3" name="object 3"/>
          <p:cNvGrpSpPr/>
          <p:nvPr/>
        </p:nvGrpSpPr>
        <p:grpSpPr>
          <a:xfrm>
            <a:off x="11578848" y="0"/>
            <a:ext cx="6709409" cy="1163955"/>
            <a:chOff x="11578848" y="0"/>
            <a:chExt cx="6709409" cy="1163955"/>
          </a:xfrm>
        </p:grpSpPr>
        <p:sp>
          <p:nvSpPr>
            <p:cNvPr id="4" name="object 4"/>
            <p:cNvSpPr/>
            <p:nvPr/>
          </p:nvSpPr>
          <p:spPr>
            <a:xfrm>
              <a:off x="11578844" y="0"/>
              <a:ext cx="6709409" cy="1029335"/>
            </a:xfrm>
            <a:custGeom>
              <a:avLst/>
              <a:gdLst/>
              <a:ahLst/>
              <a:cxnLst/>
              <a:rect l="l" t="t" r="r" b="b"/>
              <a:pathLst>
                <a:path w="6709409" h="1029335">
                  <a:moveTo>
                    <a:pt x="6709156" y="12"/>
                  </a:moveTo>
                  <a:lnTo>
                    <a:pt x="5172926" y="0"/>
                  </a:lnTo>
                  <a:lnTo>
                    <a:pt x="0" y="12"/>
                  </a:lnTo>
                  <a:lnTo>
                    <a:pt x="342900" y="1028712"/>
                  </a:lnTo>
                  <a:lnTo>
                    <a:pt x="6709156" y="1028712"/>
                  </a:lnTo>
                  <a:lnTo>
                    <a:pt x="6709156" y="12"/>
                  </a:lnTo>
                  <a:close/>
                </a:path>
              </a:pathLst>
            </a:custGeom>
            <a:solidFill>
              <a:srgbClr val="2E6FA2"/>
            </a:solidFill>
          </p:spPr>
          <p:txBody>
            <a:bodyPr wrap="square" lIns="0" tIns="0" rIns="0" bIns="0" rtlCol="0"/>
            <a:lstStyle/>
            <a:p>
              <a:endParaRPr/>
            </a:p>
          </p:txBody>
        </p:sp>
        <p:sp>
          <p:nvSpPr>
            <p:cNvPr id="5" name="object 5"/>
            <p:cNvSpPr/>
            <p:nvPr/>
          </p:nvSpPr>
          <p:spPr>
            <a:xfrm>
              <a:off x="17032549" y="459610"/>
              <a:ext cx="1256030" cy="245110"/>
            </a:xfrm>
            <a:custGeom>
              <a:avLst/>
              <a:gdLst/>
              <a:ahLst/>
              <a:cxnLst/>
              <a:rect l="l" t="t" r="r" b="b"/>
              <a:pathLst>
                <a:path w="1256030" h="245109">
                  <a:moveTo>
                    <a:pt x="166877" y="244812"/>
                  </a:moveTo>
                  <a:lnTo>
                    <a:pt x="315262" y="244372"/>
                  </a:lnTo>
                  <a:lnTo>
                    <a:pt x="1255450" y="244364"/>
                  </a:lnTo>
                  <a:lnTo>
                    <a:pt x="1255450" y="0"/>
                  </a:lnTo>
                  <a:lnTo>
                    <a:pt x="0" y="0"/>
                  </a:lnTo>
                  <a:lnTo>
                    <a:pt x="1873" y="7549"/>
                  </a:lnTo>
                  <a:lnTo>
                    <a:pt x="4806" y="13722"/>
                  </a:lnTo>
                  <a:lnTo>
                    <a:pt x="11594" y="24143"/>
                  </a:lnTo>
                  <a:lnTo>
                    <a:pt x="85873" y="145542"/>
                  </a:lnTo>
                  <a:lnTo>
                    <a:pt x="110531" y="186065"/>
                  </a:lnTo>
                  <a:lnTo>
                    <a:pt x="135028" y="226686"/>
                  </a:lnTo>
                  <a:lnTo>
                    <a:pt x="141109" y="235039"/>
                  </a:lnTo>
                  <a:lnTo>
                    <a:pt x="148008" y="240675"/>
                  </a:lnTo>
                  <a:lnTo>
                    <a:pt x="156380" y="243848"/>
                  </a:lnTo>
                  <a:lnTo>
                    <a:pt x="166877" y="244812"/>
                  </a:lnTo>
                  <a:close/>
                </a:path>
              </a:pathLst>
            </a:custGeom>
            <a:solidFill>
              <a:srgbClr val="FFFFFF"/>
            </a:solidFill>
          </p:spPr>
          <p:txBody>
            <a:bodyPr wrap="square" lIns="0" tIns="0" rIns="0" bIns="0" rtlCol="0"/>
            <a:lstStyle/>
            <a:p>
              <a:endParaRPr/>
            </a:p>
          </p:txBody>
        </p:sp>
        <p:sp>
          <p:nvSpPr>
            <p:cNvPr id="6" name="object 6"/>
            <p:cNvSpPr/>
            <p:nvPr/>
          </p:nvSpPr>
          <p:spPr>
            <a:xfrm>
              <a:off x="17313100" y="918560"/>
              <a:ext cx="975360" cy="245745"/>
            </a:xfrm>
            <a:custGeom>
              <a:avLst/>
              <a:gdLst/>
              <a:ahLst/>
              <a:cxnLst/>
              <a:rect l="l" t="t" r="r" b="b"/>
              <a:pathLst>
                <a:path w="975359" h="245744">
                  <a:moveTo>
                    <a:pt x="154078" y="245112"/>
                  </a:moveTo>
                  <a:lnTo>
                    <a:pt x="160860" y="245179"/>
                  </a:lnTo>
                  <a:lnTo>
                    <a:pt x="164309" y="244739"/>
                  </a:lnTo>
                  <a:lnTo>
                    <a:pt x="167905" y="245106"/>
                  </a:lnTo>
                  <a:lnTo>
                    <a:pt x="974899" y="245095"/>
                  </a:lnTo>
                  <a:lnTo>
                    <a:pt x="974899" y="0"/>
                  </a:lnTo>
                  <a:lnTo>
                    <a:pt x="1908" y="0"/>
                  </a:lnTo>
                  <a:lnTo>
                    <a:pt x="0" y="7485"/>
                  </a:lnTo>
                  <a:lnTo>
                    <a:pt x="3669" y="11008"/>
                  </a:lnTo>
                  <a:lnTo>
                    <a:pt x="113037" y="189769"/>
                  </a:lnTo>
                  <a:lnTo>
                    <a:pt x="139651" y="233585"/>
                  </a:lnTo>
                  <a:lnTo>
                    <a:pt x="143791" y="239225"/>
                  </a:lnTo>
                  <a:lnTo>
                    <a:pt x="148494" y="243097"/>
                  </a:lnTo>
                  <a:lnTo>
                    <a:pt x="154078" y="245112"/>
                  </a:lnTo>
                  <a:close/>
                </a:path>
              </a:pathLst>
            </a:custGeom>
            <a:solidFill>
              <a:srgbClr val="2E6FA2"/>
            </a:solidFill>
          </p:spPr>
          <p:txBody>
            <a:bodyPr wrap="square" lIns="0" tIns="0" rIns="0" bIns="0" rtlCol="0"/>
            <a:lstStyle/>
            <a:p>
              <a:endParaRPr/>
            </a:p>
          </p:txBody>
        </p:sp>
      </p:grpSp>
      <p:sp>
        <p:nvSpPr>
          <p:cNvPr id="7" name="object 7"/>
          <p:cNvSpPr/>
          <p:nvPr/>
        </p:nvSpPr>
        <p:spPr>
          <a:xfrm>
            <a:off x="17594312" y="1377217"/>
            <a:ext cx="694055" cy="246379"/>
          </a:xfrm>
          <a:custGeom>
            <a:avLst/>
            <a:gdLst/>
            <a:ahLst/>
            <a:cxnLst/>
            <a:rect l="l" t="t" r="r" b="b"/>
            <a:pathLst>
              <a:path w="694055" h="246380">
                <a:moveTo>
                  <a:pt x="165483" y="245766"/>
                </a:moveTo>
                <a:lnTo>
                  <a:pt x="693687" y="245469"/>
                </a:lnTo>
                <a:lnTo>
                  <a:pt x="693687" y="1037"/>
                </a:lnTo>
                <a:lnTo>
                  <a:pt x="12255" y="1027"/>
                </a:lnTo>
                <a:lnTo>
                  <a:pt x="6898" y="0"/>
                </a:lnTo>
                <a:lnTo>
                  <a:pt x="0" y="3302"/>
                </a:lnTo>
                <a:lnTo>
                  <a:pt x="5979" y="15748"/>
                </a:lnTo>
                <a:lnTo>
                  <a:pt x="12723" y="27354"/>
                </a:lnTo>
                <a:lnTo>
                  <a:pt x="26712" y="49534"/>
                </a:lnTo>
                <a:lnTo>
                  <a:pt x="109765" y="185343"/>
                </a:lnTo>
                <a:lnTo>
                  <a:pt x="137230" y="230722"/>
                </a:lnTo>
                <a:lnTo>
                  <a:pt x="142759" y="238026"/>
                </a:lnTo>
                <a:lnTo>
                  <a:pt x="149045" y="242647"/>
                </a:lnTo>
                <a:lnTo>
                  <a:pt x="156486" y="245067"/>
                </a:lnTo>
                <a:lnTo>
                  <a:pt x="165483" y="245766"/>
                </a:lnTo>
                <a:close/>
              </a:path>
            </a:pathLst>
          </a:custGeom>
          <a:solidFill>
            <a:srgbClr val="FFFFFF"/>
          </a:solidFill>
        </p:spPr>
        <p:txBody>
          <a:bodyPr wrap="square" lIns="0" tIns="0" rIns="0" bIns="0" rtlCol="0"/>
          <a:lstStyle/>
          <a:p>
            <a:endParaRPr/>
          </a:p>
        </p:txBody>
      </p:sp>
      <p:grpSp>
        <p:nvGrpSpPr>
          <p:cNvPr id="8" name="object 8"/>
          <p:cNvGrpSpPr/>
          <p:nvPr/>
        </p:nvGrpSpPr>
        <p:grpSpPr>
          <a:xfrm>
            <a:off x="0" y="0"/>
            <a:ext cx="6709409" cy="1163955"/>
            <a:chOff x="0" y="0"/>
            <a:chExt cx="6709409" cy="1163955"/>
          </a:xfrm>
        </p:grpSpPr>
        <p:sp>
          <p:nvSpPr>
            <p:cNvPr id="9" name="object 9"/>
            <p:cNvSpPr/>
            <p:nvPr/>
          </p:nvSpPr>
          <p:spPr>
            <a:xfrm>
              <a:off x="0" y="0"/>
              <a:ext cx="6709409" cy="1029335"/>
            </a:xfrm>
            <a:custGeom>
              <a:avLst/>
              <a:gdLst/>
              <a:ahLst/>
              <a:cxnLst/>
              <a:rect l="l" t="t" r="r" b="b"/>
              <a:pathLst>
                <a:path w="6709409" h="1029335">
                  <a:moveTo>
                    <a:pt x="6709105" y="12"/>
                  </a:moveTo>
                  <a:lnTo>
                    <a:pt x="1536179" y="12"/>
                  </a:lnTo>
                  <a:lnTo>
                    <a:pt x="0" y="0"/>
                  </a:lnTo>
                  <a:lnTo>
                    <a:pt x="0" y="245033"/>
                  </a:lnTo>
                  <a:lnTo>
                    <a:pt x="0" y="1028712"/>
                  </a:lnTo>
                  <a:lnTo>
                    <a:pt x="6366205" y="1028712"/>
                  </a:lnTo>
                  <a:lnTo>
                    <a:pt x="6709105" y="12"/>
                  </a:lnTo>
                  <a:close/>
                </a:path>
              </a:pathLst>
            </a:custGeom>
            <a:solidFill>
              <a:srgbClr val="091541"/>
            </a:solidFill>
          </p:spPr>
          <p:txBody>
            <a:bodyPr wrap="square" lIns="0" tIns="0" rIns="0" bIns="0" rtlCol="0"/>
            <a:lstStyle/>
            <a:p>
              <a:endParaRPr/>
            </a:p>
          </p:txBody>
        </p:sp>
        <p:sp>
          <p:nvSpPr>
            <p:cNvPr id="10" name="object 10"/>
            <p:cNvSpPr/>
            <p:nvPr/>
          </p:nvSpPr>
          <p:spPr>
            <a:xfrm>
              <a:off x="0" y="459610"/>
              <a:ext cx="1256030" cy="245110"/>
            </a:xfrm>
            <a:custGeom>
              <a:avLst/>
              <a:gdLst/>
              <a:ahLst/>
              <a:cxnLst/>
              <a:rect l="l" t="t" r="r" b="b"/>
              <a:pathLst>
                <a:path w="1256030" h="245109">
                  <a:moveTo>
                    <a:pt x="1088544" y="244812"/>
                  </a:moveTo>
                  <a:lnTo>
                    <a:pt x="940160" y="244372"/>
                  </a:lnTo>
                  <a:lnTo>
                    <a:pt x="0" y="244364"/>
                  </a:lnTo>
                  <a:lnTo>
                    <a:pt x="0" y="0"/>
                  </a:lnTo>
                  <a:lnTo>
                    <a:pt x="1255422" y="0"/>
                  </a:lnTo>
                  <a:lnTo>
                    <a:pt x="1253548" y="7549"/>
                  </a:lnTo>
                  <a:lnTo>
                    <a:pt x="1250615" y="13722"/>
                  </a:lnTo>
                  <a:lnTo>
                    <a:pt x="1243827" y="24143"/>
                  </a:lnTo>
                  <a:lnTo>
                    <a:pt x="1169549" y="145542"/>
                  </a:lnTo>
                  <a:lnTo>
                    <a:pt x="1144890" y="186065"/>
                  </a:lnTo>
                  <a:lnTo>
                    <a:pt x="1120393" y="226686"/>
                  </a:lnTo>
                  <a:lnTo>
                    <a:pt x="1114313" y="235039"/>
                  </a:lnTo>
                  <a:lnTo>
                    <a:pt x="1107413" y="240675"/>
                  </a:lnTo>
                  <a:lnTo>
                    <a:pt x="1099042" y="243848"/>
                  </a:lnTo>
                  <a:lnTo>
                    <a:pt x="1088544" y="244812"/>
                  </a:lnTo>
                  <a:close/>
                </a:path>
              </a:pathLst>
            </a:custGeom>
            <a:solidFill>
              <a:srgbClr val="FFFFFF"/>
            </a:solidFill>
          </p:spPr>
          <p:txBody>
            <a:bodyPr wrap="square" lIns="0" tIns="0" rIns="0" bIns="0" rtlCol="0"/>
            <a:lstStyle/>
            <a:p>
              <a:endParaRPr/>
            </a:p>
          </p:txBody>
        </p:sp>
        <p:sp>
          <p:nvSpPr>
            <p:cNvPr id="11" name="object 11"/>
            <p:cNvSpPr/>
            <p:nvPr/>
          </p:nvSpPr>
          <p:spPr>
            <a:xfrm>
              <a:off x="0" y="918560"/>
              <a:ext cx="975360" cy="245745"/>
            </a:xfrm>
            <a:custGeom>
              <a:avLst/>
              <a:gdLst/>
              <a:ahLst/>
              <a:cxnLst/>
              <a:rect l="l" t="t" r="r" b="b"/>
              <a:pathLst>
                <a:path w="975360" h="245744">
                  <a:moveTo>
                    <a:pt x="820792" y="245112"/>
                  </a:moveTo>
                  <a:lnTo>
                    <a:pt x="814011" y="245179"/>
                  </a:lnTo>
                  <a:lnTo>
                    <a:pt x="810562" y="244739"/>
                  </a:lnTo>
                  <a:lnTo>
                    <a:pt x="806966" y="245106"/>
                  </a:lnTo>
                  <a:lnTo>
                    <a:pt x="0" y="245095"/>
                  </a:lnTo>
                  <a:lnTo>
                    <a:pt x="0" y="0"/>
                  </a:lnTo>
                  <a:lnTo>
                    <a:pt x="972963" y="0"/>
                  </a:lnTo>
                  <a:lnTo>
                    <a:pt x="974871" y="7485"/>
                  </a:lnTo>
                  <a:lnTo>
                    <a:pt x="971202" y="11008"/>
                  </a:lnTo>
                  <a:lnTo>
                    <a:pt x="861833" y="189769"/>
                  </a:lnTo>
                  <a:lnTo>
                    <a:pt x="835219" y="233585"/>
                  </a:lnTo>
                  <a:lnTo>
                    <a:pt x="831080" y="239225"/>
                  </a:lnTo>
                  <a:lnTo>
                    <a:pt x="826376" y="243097"/>
                  </a:lnTo>
                  <a:lnTo>
                    <a:pt x="820792" y="245112"/>
                  </a:lnTo>
                  <a:close/>
                </a:path>
              </a:pathLst>
            </a:custGeom>
            <a:solidFill>
              <a:srgbClr val="091541"/>
            </a:solidFill>
          </p:spPr>
          <p:txBody>
            <a:bodyPr wrap="square" lIns="0" tIns="0" rIns="0" bIns="0" rtlCol="0"/>
            <a:lstStyle/>
            <a:p>
              <a:endParaRPr/>
            </a:p>
          </p:txBody>
        </p:sp>
      </p:grpSp>
      <p:sp>
        <p:nvSpPr>
          <p:cNvPr id="12" name="object 12"/>
          <p:cNvSpPr/>
          <p:nvPr/>
        </p:nvSpPr>
        <p:spPr>
          <a:xfrm>
            <a:off x="0" y="1377217"/>
            <a:ext cx="694055" cy="246379"/>
          </a:xfrm>
          <a:custGeom>
            <a:avLst/>
            <a:gdLst/>
            <a:ahLst/>
            <a:cxnLst/>
            <a:rect l="l" t="t" r="r" b="b"/>
            <a:pathLst>
              <a:path w="694055" h="246380">
                <a:moveTo>
                  <a:pt x="528175" y="245766"/>
                </a:moveTo>
                <a:lnTo>
                  <a:pt x="0" y="245469"/>
                </a:lnTo>
                <a:lnTo>
                  <a:pt x="0" y="1037"/>
                </a:lnTo>
                <a:lnTo>
                  <a:pt x="681404" y="1027"/>
                </a:lnTo>
                <a:lnTo>
                  <a:pt x="686761" y="0"/>
                </a:lnTo>
                <a:lnTo>
                  <a:pt x="693659" y="3302"/>
                </a:lnTo>
                <a:lnTo>
                  <a:pt x="687679" y="15748"/>
                </a:lnTo>
                <a:lnTo>
                  <a:pt x="680936" y="27354"/>
                </a:lnTo>
                <a:lnTo>
                  <a:pt x="666947" y="49534"/>
                </a:lnTo>
                <a:lnTo>
                  <a:pt x="583893" y="185343"/>
                </a:lnTo>
                <a:lnTo>
                  <a:pt x="556429" y="230722"/>
                </a:lnTo>
                <a:lnTo>
                  <a:pt x="550900" y="238026"/>
                </a:lnTo>
                <a:lnTo>
                  <a:pt x="544614" y="242647"/>
                </a:lnTo>
                <a:lnTo>
                  <a:pt x="537172" y="245067"/>
                </a:lnTo>
                <a:lnTo>
                  <a:pt x="528175" y="245766"/>
                </a:lnTo>
                <a:close/>
              </a:path>
            </a:pathLst>
          </a:custGeom>
          <a:solidFill>
            <a:srgbClr val="FFFFFF"/>
          </a:solidFill>
        </p:spPr>
        <p:txBody>
          <a:bodyPr wrap="square" lIns="0" tIns="0" rIns="0" bIns="0" rtlCol="0"/>
          <a:lstStyle/>
          <a:p>
            <a:endParaRPr/>
          </a:p>
        </p:txBody>
      </p:sp>
      <p:pic>
        <p:nvPicPr>
          <p:cNvPr id="13" name="object 13"/>
          <p:cNvPicPr/>
          <p:nvPr/>
        </p:nvPicPr>
        <p:blipFill>
          <a:blip r:embed="rId2" cstate="print"/>
          <a:stretch>
            <a:fillRect/>
          </a:stretch>
        </p:blipFill>
        <p:spPr>
          <a:xfrm>
            <a:off x="16953098" y="4640412"/>
            <a:ext cx="163826" cy="163826"/>
          </a:xfrm>
          <a:prstGeom prst="rect">
            <a:avLst/>
          </a:prstGeom>
        </p:spPr>
      </p:pic>
      <p:pic>
        <p:nvPicPr>
          <p:cNvPr id="14" name="object 14"/>
          <p:cNvPicPr/>
          <p:nvPr/>
        </p:nvPicPr>
        <p:blipFill>
          <a:blip r:embed="rId3" cstate="print"/>
          <a:stretch>
            <a:fillRect/>
          </a:stretch>
        </p:blipFill>
        <p:spPr>
          <a:xfrm>
            <a:off x="17245934" y="4640412"/>
            <a:ext cx="163826" cy="163826"/>
          </a:xfrm>
          <a:prstGeom prst="rect">
            <a:avLst/>
          </a:prstGeom>
        </p:spPr>
      </p:pic>
      <p:pic>
        <p:nvPicPr>
          <p:cNvPr id="15" name="object 15"/>
          <p:cNvPicPr/>
          <p:nvPr/>
        </p:nvPicPr>
        <p:blipFill>
          <a:blip r:embed="rId2" cstate="print"/>
          <a:stretch>
            <a:fillRect/>
          </a:stretch>
        </p:blipFill>
        <p:spPr>
          <a:xfrm>
            <a:off x="17538810" y="4640412"/>
            <a:ext cx="163826" cy="163826"/>
          </a:xfrm>
          <a:prstGeom prst="rect">
            <a:avLst/>
          </a:prstGeom>
        </p:spPr>
      </p:pic>
      <p:pic>
        <p:nvPicPr>
          <p:cNvPr id="16" name="object 16"/>
          <p:cNvPicPr/>
          <p:nvPr/>
        </p:nvPicPr>
        <p:blipFill>
          <a:blip r:embed="rId4" cstate="print"/>
          <a:stretch>
            <a:fillRect/>
          </a:stretch>
        </p:blipFill>
        <p:spPr>
          <a:xfrm>
            <a:off x="17831646" y="4640412"/>
            <a:ext cx="163826" cy="163826"/>
          </a:xfrm>
          <a:prstGeom prst="rect">
            <a:avLst/>
          </a:prstGeom>
        </p:spPr>
      </p:pic>
      <p:pic>
        <p:nvPicPr>
          <p:cNvPr id="17" name="object 17"/>
          <p:cNvPicPr/>
          <p:nvPr/>
        </p:nvPicPr>
        <p:blipFill>
          <a:blip r:embed="rId5" cstate="print"/>
          <a:stretch>
            <a:fillRect/>
          </a:stretch>
        </p:blipFill>
        <p:spPr>
          <a:xfrm>
            <a:off x="18124482" y="4640412"/>
            <a:ext cx="163826" cy="163826"/>
          </a:xfrm>
          <a:prstGeom prst="rect">
            <a:avLst/>
          </a:prstGeom>
        </p:spPr>
      </p:pic>
      <p:pic>
        <p:nvPicPr>
          <p:cNvPr id="18" name="object 18"/>
          <p:cNvPicPr/>
          <p:nvPr/>
        </p:nvPicPr>
        <p:blipFill>
          <a:blip r:embed="rId2" cstate="print"/>
          <a:stretch>
            <a:fillRect/>
          </a:stretch>
        </p:blipFill>
        <p:spPr>
          <a:xfrm>
            <a:off x="16953098" y="4921047"/>
            <a:ext cx="163826" cy="163826"/>
          </a:xfrm>
          <a:prstGeom prst="rect">
            <a:avLst/>
          </a:prstGeom>
        </p:spPr>
      </p:pic>
      <p:pic>
        <p:nvPicPr>
          <p:cNvPr id="19" name="object 19"/>
          <p:cNvPicPr/>
          <p:nvPr/>
        </p:nvPicPr>
        <p:blipFill>
          <a:blip r:embed="rId3" cstate="print"/>
          <a:stretch>
            <a:fillRect/>
          </a:stretch>
        </p:blipFill>
        <p:spPr>
          <a:xfrm>
            <a:off x="17245934" y="4921047"/>
            <a:ext cx="163826" cy="163826"/>
          </a:xfrm>
          <a:prstGeom prst="rect">
            <a:avLst/>
          </a:prstGeom>
        </p:spPr>
      </p:pic>
      <p:pic>
        <p:nvPicPr>
          <p:cNvPr id="20" name="object 20"/>
          <p:cNvPicPr/>
          <p:nvPr/>
        </p:nvPicPr>
        <p:blipFill>
          <a:blip r:embed="rId2" cstate="print"/>
          <a:stretch>
            <a:fillRect/>
          </a:stretch>
        </p:blipFill>
        <p:spPr>
          <a:xfrm>
            <a:off x="17538810" y="4921047"/>
            <a:ext cx="163826" cy="163826"/>
          </a:xfrm>
          <a:prstGeom prst="rect">
            <a:avLst/>
          </a:prstGeom>
        </p:spPr>
      </p:pic>
      <p:pic>
        <p:nvPicPr>
          <p:cNvPr id="21" name="object 21"/>
          <p:cNvPicPr/>
          <p:nvPr/>
        </p:nvPicPr>
        <p:blipFill>
          <a:blip r:embed="rId4" cstate="print"/>
          <a:stretch>
            <a:fillRect/>
          </a:stretch>
        </p:blipFill>
        <p:spPr>
          <a:xfrm>
            <a:off x="17831646" y="4921047"/>
            <a:ext cx="163826" cy="163826"/>
          </a:xfrm>
          <a:prstGeom prst="rect">
            <a:avLst/>
          </a:prstGeom>
        </p:spPr>
      </p:pic>
      <p:pic>
        <p:nvPicPr>
          <p:cNvPr id="22" name="object 22"/>
          <p:cNvPicPr/>
          <p:nvPr/>
        </p:nvPicPr>
        <p:blipFill>
          <a:blip r:embed="rId5" cstate="print"/>
          <a:stretch>
            <a:fillRect/>
          </a:stretch>
        </p:blipFill>
        <p:spPr>
          <a:xfrm>
            <a:off x="18124482" y="4921047"/>
            <a:ext cx="163826" cy="163826"/>
          </a:xfrm>
          <a:prstGeom prst="rect">
            <a:avLst/>
          </a:prstGeom>
        </p:spPr>
      </p:pic>
      <p:pic>
        <p:nvPicPr>
          <p:cNvPr id="23" name="object 23"/>
          <p:cNvPicPr/>
          <p:nvPr/>
        </p:nvPicPr>
        <p:blipFill>
          <a:blip r:embed="rId3" cstate="print"/>
          <a:stretch>
            <a:fillRect/>
          </a:stretch>
        </p:blipFill>
        <p:spPr>
          <a:xfrm>
            <a:off x="17245934" y="5201721"/>
            <a:ext cx="163826" cy="163826"/>
          </a:xfrm>
          <a:prstGeom prst="rect">
            <a:avLst/>
          </a:prstGeom>
        </p:spPr>
      </p:pic>
      <p:pic>
        <p:nvPicPr>
          <p:cNvPr id="24" name="object 24"/>
          <p:cNvPicPr/>
          <p:nvPr/>
        </p:nvPicPr>
        <p:blipFill>
          <a:blip r:embed="rId2" cstate="print"/>
          <a:stretch>
            <a:fillRect/>
          </a:stretch>
        </p:blipFill>
        <p:spPr>
          <a:xfrm>
            <a:off x="16953098" y="5201721"/>
            <a:ext cx="163826" cy="163826"/>
          </a:xfrm>
          <a:prstGeom prst="rect">
            <a:avLst/>
          </a:prstGeom>
        </p:spPr>
      </p:pic>
      <p:pic>
        <p:nvPicPr>
          <p:cNvPr id="25" name="object 25"/>
          <p:cNvPicPr/>
          <p:nvPr/>
        </p:nvPicPr>
        <p:blipFill>
          <a:blip r:embed="rId2" cstate="print"/>
          <a:stretch>
            <a:fillRect/>
          </a:stretch>
        </p:blipFill>
        <p:spPr>
          <a:xfrm>
            <a:off x="17538810" y="5201721"/>
            <a:ext cx="163826" cy="163826"/>
          </a:xfrm>
          <a:prstGeom prst="rect">
            <a:avLst/>
          </a:prstGeom>
        </p:spPr>
      </p:pic>
      <p:pic>
        <p:nvPicPr>
          <p:cNvPr id="26" name="object 26"/>
          <p:cNvPicPr/>
          <p:nvPr/>
        </p:nvPicPr>
        <p:blipFill>
          <a:blip r:embed="rId4" cstate="print"/>
          <a:stretch>
            <a:fillRect/>
          </a:stretch>
        </p:blipFill>
        <p:spPr>
          <a:xfrm>
            <a:off x="17831646" y="5201721"/>
            <a:ext cx="163826" cy="163826"/>
          </a:xfrm>
          <a:prstGeom prst="rect">
            <a:avLst/>
          </a:prstGeom>
        </p:spPr>
      </p:pic>
      <p:pic>
        <p:nvPicPr>
          <p:cNvPr id="27" name="object 27"/>
          <p:cNvPicPr/>
          <p:nvPr/>
        </p:nvPicPr>
        <p:blipFill>
          <a:blip r:embed="rId5" cstate="print"/>
          <a:stretch>
            <a:fillRect/>
          </a:stretch>
        </p:blipFill>
        <p:spPr>
          <a:xfrm>
            <a:off x="18124482" y="5201721"/>
            <a:ext cx="163826" cy="163826"/>
          </a:xfrm>
          <a:prstGeom prst="rect">
            <a:avLst/>
          </a:prstGeom>
        </p:spPr>
      </p:pic>
      <p:pic>
        <p:nvPicPr>
          <p:cNvPr id="28" name="object 28"/>
          <p:cNvPicPr/>
          <p:nvPr/>
        </p:nvPicPr>
        <p:blipFill>
          <a:blip r:embed="rId6" cstate="print"/>
          <a:stretch>
            <a:fillRect/>
          </a:stretch>
        </p:blipFill>
        <p:spPr>
          <a:xfrm>
            <a:off x="16953098" y="5482356"/>
            <a:ext cx="163826" cy="163826"/>
          </a:xfrm>
          <a:prstGeom prst="rect">
            <a:avLst/>
          </a:prstGeom>
        </p:spPr>
      </p:pic>
      <p:pic>
        <p:nvPicPr>
          <p:cNvPr id="29" name="object 29"/>
          <p:cNvPicPr/>
          <p:nvPr/>
        </p:nvPicPr>
        <p:blipFill>
          <a:blip r:embed="rId7" cstate="print"/>
          <a:stretch>
            <a:fillRect/>
          </a:stretch>
        </p:blipFill>
        <p:spPr>
          <a:xfrm>
            <a:off x="17245934" y="5482356"/>
            <a:ext cx="163826" cy="163826"/>
          </a:xfrm>
          <a:prstGeom prst="rect">
            <a:avLst/>
          </a:prstGeom>
        </p:spPr>
      </p:pic>
      <p:pic>
        <p:nvPicPr>
          <p:cNvPr id="30" name="object 30"/>
          <p:cNvPicPr/>
          <p:nvPr/>
        </p:nvPicPr>
        <p:blipFill>
          <a:blip r:embed="rId6" cstate="print"/>
          <a:stretch>
            <a:fillRect/>
          </a:stretch>
        </p:blipFill>
        <p:spPr>
          <a:xfrm>
            <a:off x="17538810" y="5482356"/>
            <a:ext cx="163826" cy="163826"/>
          </a:xfrm>
          <a:prstGeom prst="rect">
            <a:avLst/>
          </a:prstGeom>
        </p:spPr>
      </p:pic>
      <p:pic>
        <p:nvPicPr>
          <p:cNvPr id="31" name="object 31"/>
          <p:cNvPicPr/>
          <p:nvPr/>
        </p:nvPicPr>
        <p:blipFill>
          <a:blip r:embed="rId8" cstate="print"/>
          <a:stretch>
            <a:fillRect/>
          </a:stretch>
        </p:blipFill>
        <p:spPr>
          <a:xfrm>
            <a:off x="17831646" y="5482356"/>
            <a:ext cx="163826" cy="163826"/>
          </a:xfrm>
          <a:prstGeom prst="rect">
            <a:avLst/>
          </a:prstGeom>
        </p:spPr>
      </p:pic>
      <p:pic>
        <p:nvPicPr>
          <p:cNvPr id="32" name="object 32"/>
          <p:cNvPicPr/>
          <p:nvPr/>
        </p:nvPicPr>
        <p:blipFill>
          <a:blip r:embed="rId9" cstate="print"/>
          <a:stretch>
            <a:fillRect/>
          </a:stretch>
        </p:blipFill>
        <p:spPr>
          <a:xfrm>
            <a:off x="18124482" y="5482356"/>
            <a:ext cx="163826" cy="163826"/>
          </a:xfrm>
          <a:prstGeom prst="rect">
            <a:avLst/>
          </a:prstGeom>
        </p:spPr>
      </p:pic>
      <p:pic>
        <p:nvPicPr>
          <p:cNvPr id="33" name="object 33"/>
          <p:cNvPicPr/>
          <p:nvPr/>
        </p:nvPicPr>
        <p:blipFill>
          <a:blip r:embed="rId2" cstate="print"/>
          <a:stretch>
            <a:fillRect/>
          </a:stretch>
        </p:blipFill>
        <p:spPr>
          <a:xfrm>
            <a:off x="13" y="4640412"/>
            <a:ext cx="163826" cy="163826"/>
          </a:xfrm>
          <a:prstGeom prst="rect">
            <a:avLst/>
          </a:prstGeom>
        </p:spPr>
      </p:pic>
      <p:pic>
        <p:nvPicPr>
          <p:cNvPr id="34" name="object 34"/>
          <p:cNvPicPr/>
          <p:nvPr/>
        </p:nvPicPr>
        <p:blipFill>
          <a:blip r:embed="rId10" cstate="print"/>
          <a:stretch>
            <a:fillRect/>
          </a:stretch>
        </p:blipFill>
        <p:spPr>
          <a:xfrm>
            <a:off x="292850" y="4640412"/>
            <a:ext cx="163826" cy="163826"/>
          </a:xfrm>
          <a:prstGeom prst="rect">
            <a:avLst/>
          </a:prstGeom>
        </p:spPr>
      </p:pic>
      <p:pic>
        <p:nvPicPr>
          <p:cNvPr id="35" name="object 35"/>
          <p:cNvPicPr/>
          <p:nvPr/>
        </p:nvPicPr>
        <p:blipFill>
          <a:blip r:embed="rId2" cstate="print"/>
          <a:stretch>
            <a:fillRect/>
          </a:stretch>
        </p:blipFill>
        <p:spPr>
          <a:xfrm>
            <a:off x="585686" y="4640412"/>
            <a:ext cx="163826" cy="163826"/>
          </a:xfrm>
          <a:prstGeom prst="rect">
            <a:avLst/>
          </a:prstGeom>
        </p:spPr>
      </p:pic>
      <p:pic>
        <p:nvPicPr>
          <p:cNvPr id="36" name="object 36"/>
          <p:cNvPicPr/>
          <p:nvPr/>
        </p:nvPicPr>
        <p:blipFill>
          <a:blip r:embed="rId11" cstate="print"/>
          <a:stretch>
            <a:fillRect/>
          </a:stretch>
        </p:blipFill>
        <p:spPr>
          <a:xfrm>
            <a:off x="878562" y="4640412"/>
            <a:ext cx="163826" cy="163826"/>
          </a:xfrm>
          <a:prstGeom prst="rect">
            <a:avLst/>
          </a:prstGeom>
        </p:spPr>
      </p:pic>
      <p:pic>
        <p:nvPicPr>
          <p:cNvPr id="37" name="object 37"/>
          <p:cNvPicPr/>
          <p:nvPr/>
        </p:nvPicPr>
        <p:blipFill>
          <a:blip r:embed="rId2" cstate="print"/>
          <a:stretch>
            <a:fillRect/>
          </a:stretch>
        </p:blipFill>
        <p:spPr>
          <a:xfrm>
            <a:off x="1171398" y="4640412"/>
            <a:ext cx="163826" cy="163826"/>
          </a:xfrm>
          <a:prstGeom prst="rect">
            <a:avLst/>
          </a:prstGeom>
        </p:spPr>
      </p:pic>
      <p:pic>
        <p:nvPicPr>
          <p:cNvPr id="38" name="object 38"/>
          <p:cNvPicPr/>
          <p:nvPr/>
        </p:nvPicPr>
        <p:blipFill>
          <a:blip r:embed="rId2" cstate="print"/>
          <a:stretch>
            <a:fillRect/>
          </a:stretch>
        </p:blipFill>
        <p:spPr>
          <a:xfrm>
            <a:off x="13" y="4921047"/>
            <a:ext cx="163826" cy="163826"/>
          </a:xfrm>
          <a:prstGeom prst="rect">
            <a:avLst/>
          </a:prstGeom>
        </p:spPr>
      </p:pic>
      <p:pic>
        <p:nvPicPr>
          <p:cNvPr id="39" name="object 39"/>
          <p:cNvPicPr/>
          <p:nvPr/>
        </p:nvPicPr>
        <p:blipFill>
          <a:blip r:embed="rId10" cstate="print"/>
          <a:stretch>
            <a:fillRect/>
          </a:stretch>
        </p:blipFill>
        <p:spPr>
          <a:xfrm>
            <a:off x="292850" y="4921047"/>
            <a:ext cx="163826" cy="163826"/>
          </a:xfrm>
          <a:prstGeom prst="rect">
            <a:avLst/>
          </a:prstGeom>
        </p:spPr>
      </p:pic>
      <p:pic>
        <p:nvPicPr>
          <p:cNvPr id="40" name="object 40"/>
          <p:cNvPicPr/>
          <p:nvPr/>
        </p:nvPicPr>
        <p:blipFill>
          <a:blip r:embed="rId2" cstate="print"/>
          <a:stretch>
            <a:fillRect/>
          </a:stretch>
        </p:blipFill>
        <p:spPr>
          <a:xfrm>
            <a:off x="585686" y="4921047"/>
            <a:ext cx="163826" cy="163826"/>
          </a:xfrm>
          <a:prstGeom prst="rect">
            <a:avLst/>
          </a:prstGeom>
        </p:spPr>
      </p:pic>
      <p:pic>
        <p:nvPicPr>
          <p:cNvPr id="41" name="object 41"/>
          <p:cNvPicPr/>
          <p:nvPr/>
        </p:nvPicPr>
        <p:blipFill>
          <a:blip r:embed="rId11" cstate="print"/>
          <a:stretch>
            <a:fillRect/>
          </a:stretch>
        </p:blipFill>
        <p:spPr>
          <a:xfrm>
            <a:off x="878562" y="4921047"/>
            <a:ext cx="163826" cy="163826"/>
          </a:xfrm>
          <a:prstGeom prst="rect">
            <a:avLst/>
          </a:prstGeom>
        </p:spPr>
      </p:pic>
      <p:pic>
        <p:nvPicPr>
          <p:cNvPr id="42" name="object 42"/>
          <p:cNvPicPr/>
          <p:nvPr/>
        </p:nvPicPr>
        <p:blipFill>
          <a:blip r:embed="rId2" cstate="print"/>
          <a:stretch>
            <a:fillRect/>
          </a:stretch>
        </p:blipFill>
        <p:spPr>
          <a:xfrm>
            <a:off x="1171398" y="4921047"/>
            <a:ext cx="163826" cy="163826"/>
          </a:xfrm>
          <a:prstGeom prst="rect">
            <a:avLst/>
          </a:prstGeom>
        </p:spPr>
      </p:pic>
      <p:pic>
        <p:nvPicPr>
          <p:cNvPr id="43" name="object 43"/>
          <p:cNvPicPr/>
          <p:nvPr/>
        </p:nvPicPr>
        <p:blipFill>
          <a:blip r:embed="rId2" cstate="print"/>
          <a:stretch>
            <a:fillRect/>
          </a:stretch>
        </p:blipFill>
        <p:spPr>
          <a:xfrm>
            <a:off x="13" y="5201721"/>
            <a:ext cx="163826" cy="163826"/>
          </a:xfrm>
          <a:prstGeom prst="rect">
            <a:avLst/>
          </a:prstGeom>
        </p:spPr>
      </p:pic>
      <p:pic>
        <p:nvPicPr>
          <p:cNvPr id="44" name="object 44"/>
          <p:cNvPicPr/>
          <p:nvPr/>
        </p:nvPicPr>
        <p:blipFill>
          <a:blip r:embed="rId2" cstate="print"/>
          <a:stretch>
            <a:fillRect/>
          </a:stretch>
        </p:blipFill>
        <p:spPr>
          <a:xfrm>
            <a:off x="585686" y="5201721"/>
            <a:ext cx="163826" cy="163826"/>
          </a:xfrm>
          <a:prstGeom prst="rect">
            <a:avLst/>
          </a:prstGeom>
        </p:spPr>
      </p:pic>
      <p:pic>
        <p:nvPicPr>
          <p:cNvPr id="45" name="object 45"/>
          <p:cNvPicPr/>
          <p:nvPr/>
        </p:nvPicPr>
        <p:blipFill>
          <a:blip r:embed="rId10" cstate="print"/>
          <a:stretch>
            <a:fillRect/>
          </a:stretch>
        </p:blipFill>
        <p:spPr>
          <a:xfrm>
            <a:off x="292850" y="5201721"/>
            <a:ext cx="163826" cy="163826"/>
          </a:xfrm>
          <a:prstGeom prst="rect">
            <a:avLst/>
          </a:prstGeom>
        </p:spPr>
      </p:pic>
      <p:pic>
        <p:nvPicPr>
          <p:cNvPr id="46" name="object 46"/>
          <p:cNvPicPr/>
          <p:nvPr/>
        </p:nvPicPr>
        <p:blipFill>
          <a:blip r:embed="rId11" cstate="print"/>
          <a:stretch>
            <a:fillRect/>
          </a:stretch>
        </p:blipFill>
        <p:spPr>
          <a:xfrm>
            <a:off x="878562" y="5201721"/>
            <a:ext cx="163826" cy="163826"/>
          </a:xfrm>
          <a:prstGeom prst="rect">
            <a:avLst/>
          </a:prstGeom>
        </p:spPr>
      </p:pic>
      <p:pic>
        <p:nvPicPr>
          <p:cNvPr id="47" name="object 47"/>
          <p:cNvPicPr/>
          <p:nvPr/>
        </p:nvPicPr>
        <p:blipFill>
          <a:blip r:embed="rId2" cstate="print"/>
          <a:stretch>
            <a:fillRect/>
          </a:stretch>
        </p:blipFill>
        <p:spPr>
          <a:xfrm>
            <a:off x="1171398" y="5201721"/>
            <a:ext cx="163826" cy="163826"/>
          </a:xfrm>
          <a:prstGeom prst="rect">
            <a:avLst/>
          </a:prstGeom>
        </p:spPr>
      </p:pic>
      <p:pic>
        <p:nvPicPr>
          <p:cNvPr id="48" name="object 48"/>
          <p:cNvPicPr/>
          <p:nvPr/>
        </p:nvPicPr>
        <p:blipFill>
          <a:blip r:embed="rId12" cstate="print"/>
          <a:stretch>
            <a:fillRect/>
          </a:stretch>
        </p:blipFill>
        <p:spPr>
          <a:xfrm>
            <a:off x="292850" y="5482356"/>
            <a:ext cx="163826" cy="163826"/>
          </a:xfrm>
          <a:prstGeom prst="rect">
            <a:avLst/>
          </a:prstGeom>
        </p:spPr>
      </p:pic>
      <p:pic>
        <p:nvPicPr>
          <p:cNvPr id="49" name="object 49"/>
          <p:cNvPicPr/>
          <p:nvPr/>
        </p:nvPicPr>
        <p:blipFill>
          <a:blip r:embed="rId6" cstate="print"/>
          <a:stretch>
            <a:fillRect/>
          </a:stretch>
        </p:blipFill>
        <p:spPr>
          <a:xfrm>
            <a:off x="13" y="5482356"/>
            <a:ext cx="163826" cy="163826"/>
          </a:xfrm>
          <a:prstGeom prst="rect">
            <a:avLst/>
          </a:prstGeom>
        </p:spPr>
      </p:pic>
      <p:pic>
        <p:nvPicPr>
          <p:cNvPr id="50" name="object 50"/>
          <p:cNvPicPr/>
          <p:nvPr/>
        </p:nvPicPr>
        <p:blipFill>
          <a:blip r:embed="rId6" cstate="print"/>
          <a:stretch>
            <a:fillRect/>
          </a:stretch>
        </p:blipFill>
        <p:spPr>
          <a:xfrm>
            <a:off x="585686" y="5482356"/>
            <a:ext cx="163826" cy="163826"/>
          </a:xfrm>
          <a:prstGeom prst="rect">
            <a:avLst/>
          </a:prstGeom>
        </p:spPr>
      </p:pic>
      <p:pic>
        <p:nvPicPr>
          <p:cNvPr id="51" name="object 51"/>
          <p:cNvPicPr/>
          <p:nvPr/>
        </p:nvPicPr>
        <p:blipFill>
          <a:blip r:embed="rId13" cstate="print"/>
          <a:stretch>
            <a:fillRect/>
          </a:stretch>
        </p:blipFill>
        <p:spPr>
          <a:xfrm>
            <a:off x="878562" y="5482356"/>
            <a:ext cx="163826" cy="163826"/>
          </a:xfrm>
          <a:prstGeom prst="rect">
            <a:avLst/>
          </a:prstGeom>
        </p:spPr>
      </p:pic>
      <p:pic>
        <p:nvPicPr>
          <p:cNvPr id="52" name="object 52"/>
          <p:cNvPicPr/>
          <p:nvPr/>
        </p:nvPicPr>
        <p:blipFill>
          <a:blip r:embed="rId6" cstate="print"/>
          <a:stretch>
            <a:fillRect/>
          </a:stretch>
        </p:blipFill>
        <p:spPr>
          <a:xfrm>
            <a:off x="1171398" y="5482356"/>
            <a:ext cx="163826" cy="163826"/>
          </a:xfrm>
          <a:prstGeom prst="rect">
            <a:avLst/>
          </a:prstGeom>
        </p:spPr>
      </p:pic>
      <p:pic>
        <p:nvPicPr>
          <p:cNvPr id="53" name="object 53"/>
          <p:cNvPicPr/>
          <p:nvPr/>
        </p:nvPicPr>
        <p:blipFill>
          <a:blip r:embed="rId14" cstate="print"/>
          <a:stretch>
            <a:fillRect/>
          </a:stretch>
        </p:blipFill>
        <p:spPr>
          <a:xfrm>
            <a:off x="8245038" y="8009043"/>
            <a:ext cx="247020" cy="247012"/>
          </a:xfrm>
          <a:prstGeom prst="rect">
            <a:avLst/>
          </a:prstGeom>
        </p:spPr>
      </p:pic>
      <p:pic>
        <p:nvPicPr>
          <p:cNvPr id="54" name="object 54"/>
          <p:cNvPicPr/>
          <p:nvPr/>
        </p:nvPicPr>
        <p:blipFill>
          <a:blip r:embed="rId15" cstate="print"/>
          <a:stretch>
            <a:fillRect/>
          </a:stretch>
        </p:blipFill>
        <p:spPr>
          <a:xfrm>
            <a:off x="8632581" y="8011382"/>
            <a:ext cx="247024" cy="247014"/>
          </a:xfrm>
          <a:prstGeom prst="rect">
            <a:avLst/>
          </a:prstGeom>
        </p:spPr>
      </p:pic>
      <p:pic>
        <p:nvPicPr>
          <p:cNvPr id="55" name="object 55"/>
          <p:cNvPicPr/>
          <p:nvPr/>
        </p:nvPicPr>
        <p:blipFill>
          <a:blip r:embed="rId16" cstate="print"/>
          <a:stretch>
            <a:fillRect/>
          </a:stretch>
        </p:blipFill>
        <p:spPr>
          <a:xfrm>
            <a:off x="9408202" y="8011385"/>
            <a:ext cx="247024" cy="247011"/>
          </a:xfrm>
          <a:prstGeom prst="rect">
            <a:avLst/>
          </a:prstGeom>
        </p:spPr>
      </p:pic>
      <p:pic>
        <p:nvPicPr>
          <p:cNvPr id="56" name="object 56"/>
          <p:cNvPicPr/>
          <p:nvPr/>
        </p:nvPicPr>
        <p:blipFill>
          <a:blip r:embed="rId17" cstate="print"/>
          <a:stretch>
            <a:fillRect/>
          </a:stretch>
        </p:blipFill>
        <p:spPr>
          <a:xfrm>
            <a:off x="9020466" y="8011382"/>
            <a:ext cx="247023" cy="247014"/>
          </a:xfrm>
          <a:prstGeom prst="rect">
            <a:avLst/>
          </a:prstGeom>
        </p:spPr>
      </p:pic>
      <p:pic>
        <p:nvPicPr>
          <p:cNvPr id="57" name="object 57"/>
          <p:cNvPicPr/>
          <p:nvPr/>
        </p:nvPicPr>
        <p:blipFill>
          <a:blip r:embed="rId17" cstate="print"/>
          <a:stretch>
            <a:fillRect/>
          </a:stretch>
        </p:blipFill>
        <p:spPr>
          <a:xfrm>
            <a:off x="9795888" y="8011382"/>
            <a:ext cx="247023" cy="247014"/>
          </a:xfrm>
          <a:prstGeom prst="rect">
            <a:avLst/>
          </a:prstGeom>
        </p:spPr>
      </p:pic>
      <p:pic>
        <p:nvPicPr>
          <p:cNvPr id="58" name="object 58"/>
          <p:cNvPicPr/>
          <p:nvPr/>
        </p:nvPicPr>
        <p:blipFill>
          <a:blip r:embed="rId18" cstate="print"/>
          <a:stretch>
            <a:fillRect/>
          </a:stretch>
        </p:blipFill>
        <p:spPr>
          <a:xfrm>
            <a:off x="8245038" y="2028312"/>
            <a:ext cx="247020" cy="247012"/>
          </a:xfrm>
          <a:prstGeom prst="rect">
            <a:avLst/>
          </a:prstGeom>
        </p:spPr>
      </p:pic>
      <p:pic>
        <p:nvPicPr>
          <p:cNvPr id="59" name="object 59"/>
          <p:cNvPicPr/>
          <p:nvPr/>
        </p:nvPicPr>
        <p:blipFill>
          <a:blip r:embed="rId15" cstate="print"/>
          <a:stretch>
            <a:fillRect/>
          </a:stretch>
        </p:blipFill>
        <p:spPr>
          <a:xfrm>
            <a:off x="8632581" y="2030651"/>
            <a:ext cx="247024" cy="247014"/>
          </a:xfrm>
          <a:prstGeom prst="rect">
            <a:avLst/>
          </a:prstGeom>
        </p:spPr>
      </p:pic>
      <p:pic>
        <p:nvPicPr>
          <p:cNvPr id="60" name="object 60"/>
          <p:cNvPicPr/>
          <p:nvPr/>
        </p:nvPicPr>
        <p:blipFill>
          <a:blip r:embed="rId17" cstate="print"/>
          <a:stretch>
            <a:fillRect/>
          </a:stretch>
        </p:blipFill>
        <p:spPr>
          <a:xfrm>
            <a:off x="9020466" y="2030651"/>
            <a:ext cx="247023" cy="247014"/>
          </a:xfrm>
          <a:prstGeom prst="rect">
            <a:avLst/>
          </a:prstGeom>
        </p:spPr>
      </p:pic>
      <p:pic>
        <p:nvPicPr>
          <p:cNvPr id="61" name="object 61"/>
          <p:cNvPicPr/>
          <p:nvPr/>
        </p:nvPicPr>
        <p:blipFill>
          <a:blip r:embed="rId16" cstate="print"/>
          <a:stretch>
            <a:fillRect/>
          </a:stretch>
        </p:blipFill>
        <p:spPr>
          <a:xfrm>
            <a:off x="9408202" y="2030654"/>
            <a:ext cx="247024" cy="247011"/>
          </a:xfrm>
          <a:prstGeom prst="rect">
            <a:avLst/>
          </a:prstGeom>
        </p:spPr>
      </p:pic>
      <p:pic>
        <p:nvPicPr>
          <p:cNvPr id="62" name="object 62"/>
          <p:cNvPicPr/>
          <p:nvPr/>
        </p:nvPicPr>
        <p:blipFill>
          <a:blip r:embed="rId17" cstate="print"/>
          <a:stretch>
            <a:fillRect/>
          </a:stretch>
        </p:blipFill>
        <p:spPr>
          <a:xfrm>
            <a:off x="9795888" y="2030651"/>
            <a:ext cx="247023" cy="247014"/>
          </a:xfrm>
          <a:prstGeom prst="rect">
            <a:avLst/>
          </a:prstGeom>
        </p:spPr>
      </p:pic>
      <p:pic>
        <p:nvPicPr>
          <p:cNvPr id="63" name="object 63"/>
          <p:cNvPicPr/>
          <p:nvPr/>
        </p:nvPicPr>
        <p:blipFill>
          <a:blip r:embed="rId19" cstate="print"/>
          <a:stretch>
            <a:fillRect/>
          </a:stretch>
        </p:blipFill>
        <p:spPr>
          <a:xfrm>
            <a:off x="0" y="8758237"/>
            <a:ext cx="18288000" cy="152876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TotalTime>
  <Words>2188</Words>
  <Application>Microsoft Office PowerPoint</Application>
  <PresentationFormat>Personalizado</PresentationFormat>
  <Paragraphs>68</Paragraphs>
  <Slides>11</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vt:i4>
      </vt:variant>
    </vt:vector>
  </HeadingPairs>
  <TitlesOfParts>
    <vt:vector size="18" baseType="lpstr">
      <vt:lpstr>Arial</vt:lpstr>
      <vt:lpstr>Calibri</vt:lpstr>
      <vt:lpstr>Georgia</vt:lpstr>
      <vt:lpstr>Lucida Sans Unicode</vt:lpstr>
      <vt:lpstr>Tahoma</vt:lpstr>
      <vt:lpstr>Trebuchet MS</vt:lpstr>
      <vt:lpstr>Office Theme</vt:lpstr>
      <vt:lpstr>ANÁLISIS DE LA CALIDAD DEL AIRE EN UNA CIUDAD ITALIANA CON PYTHON</vt:lpstr>
      <vt:lpstr>¿Qué relación existe entre las concentraciones de monóxido de carbono (CO(GT)) y las lecturas de los sensores PT08.S1(CO) y PT08.S5(O₃) en las distintas condiciones de temperatura y humedad relativa?</vt:lpstr>
      <vt:lpstr>Método de regresión</vt:lpstr>
      <vt:lpstr>Distribución de la variable Monóxido de Carbono (CO)ulo:</vt:lpstr>
      <vt:lpstr>Boxplot de CO(GT) – Detección de valores atípicos</vt:lpstr>
      <vt:lpstr>Matriz de correlación Spearman</vt:lpstr>
      <vt:lpstr>Modelo de regresión lineal</vt:lpstr>
      <vt:lpstr>Relacion entre temperatura y CO(GT)</vt:lpstr>
      <vt:lpstr>Porción de niveles CO</vt:lpstr>
      <vt:lpstr>Matriz de confusión - Clasificación de niveles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Minimalist AI and Financial Systems Presentation</dc:title>
  <dc:creator>Whitney Yulitza Campos Jiménez</dc:creator>
  <cp:keywords>DAG4T5L1LLs,BAFbnpgT-9s,0</cp:keywords>
  <cp:lastModifiedBy>Juan David Rojas Pineda</cp:lastModifiedBy>
  <cp:revision>3</cp:revision>
  <dcterms:created xsi:type="dcterms:W3CDTF">2025-11-13T04:48:48Z</dcterms:created>
  <dcterms:modified xsi:type="dcterms:W3CDTF">2025-11-14T00:45:58Z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2025-11-12T00:00:00Z</vt:filetime>
  </property>
  <property fmtid="{D5CDD505-2E9C-101B-9397-08002B2CF9AE}" pid="3" name="Creator">
    <vt:lpwstr>Canva</vt:lpwstr>
  </property>
  <property fmtid="{D5CDD505-2E9C-101B-9397-08002B2CF9AE}" pid="4" name="LastSaved">
    <vt:filetime>2025-11-13T00:00:00Z</vt:filetime>
  </property>
  <property fmtid="{D5CDD505-2E9C-101B-9397-08002B2CF9AE}" pid="5" name="Producer">
    <vt:lpwstr>Canva</vt:lpwstr>
  </property>
</Properties>
</file>